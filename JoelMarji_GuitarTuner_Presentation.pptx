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7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5" r:id="rId9"/>
    <p:sldId id="263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7E5BDC-5651-4DA6-BAAC-0856368C78F1}" v="190" dt="2025-12-03T18:14:56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194" autoAdjust="0"/>
  </p:normalViewPr>
  <p:slideViewPr>
    <p:cSldViewPr snapToGrid="0">
      <p:cViewPr>
        <p:scale>
          <a:sx n="75" d="100"/>
          <a:sy n="75" d="100"/>
        </p:scale>
        <p:origin x="974" y="240"/>
      </p:cViewPr>
      <p:guideLst/>
    </p:cSldViewPr>
  </p:slideViewPr>
  <p:outlineViewPr>
    <p:cViewPr>
      <p:scale>
        <a:sx n="33" d="100"/>
        <a:sy n="33" d="100"/>
      </p:scale>
      <p:origin x="0" y="-1273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Marji" userId="c599b9e1-d003-4660-8a7f-6274bb1343be" providerId="ADAL" clId="{6326DEE9-AAE6-4E24-A5C1-0CB1D65E2B74}"/>
    <pc:docChg chg="undo redo custSel addSld delSld modSld sldOrd addMainMaster delMainMaster">
      <pc:chgData name="Joel Marji" userId="c599b9e1-d003-4660-8a7f-6274bb1343be" providerId="ADAL" clId="{6326DEE9-AAE6-4E24-A5C1-0CB1D65E2B74}" dt="2025-12-03T18:14:56.463" v="14261" actId="732"/>
      <pc:docMkLst>
        <pc:docMk/>
      </pc:docMkLst>
      <pc:sldChg chg="addSp delSp modSp mod setBg modClrScheme chgLayout">
        <pc:chgData name="Joel Marji" userId="c599b9e1-d003-4660-8a7f-6274bb1343be" providerId="ADAL" clId="{6326DEE9-AAE6-4E24-A5C1-0CB1D65E2B74}" dt="2025-11-24T23:22:02.669" v="158" actId="26606"/>
        <pc:sldMkLst>
          <pc:docMk/>
          <pc:sldMk cId="648866992" sldId="256"/>
        </pc:sldMkLst>
        <pc:spChg chg="mod">
          <ac:chgData name="Joel Marji" userId="c599b9e1-d003-4660-8a7f-6274bb1343be" providerId="ADAL" clId="{6326DEE9-AAE6-4E24-A5C1-0CB1D65E2B74}" dt="2025-11-24T23:22:02.669" v="158" actId="26606"/>
          <ac:spMkLst>
            <pc:docMk/>
            <pc:sldMk cId="648866992" sldId="256"/>
            <ac:spMk id="2" creationId="{3E83BFA7-2FF0-AD97-82E0-F284A414AD83}"/>
          </ac:spMkLst>
        </pc:spChg>
        <pc:spChg chg="mod">
          <ac:chgData name="Joel Marji" userId="c599b9e1-d003-4660-8a7f-6274bb1343be" providerId="ADAL" clId="{6326DEE9-AAE6-4E24-A5C1-0CB1D65E2B74}" dt="2025-11-24T23:22:02.669" v="158" actId="26606"/>
          <ac:spMkLst>
            <pc:docMk/>
            <pc:sldMk cId="648866992" sldId="256"/>
            <ac:spMk id="3" creationId="{CF000A39-B113-DBE2-B3E3-67C58A67F225}"/>
          </ac:spMkLst>
        </pc:spChg>
        <pc:spChg chg="add">
          <ac:chgData name="Joel Marji" userId="c599b9e1-d003-4660-8a7f-6274bb1343be" providerId="ADAL" clId="{6326DEE9-AAE6-4E24-A5C1-0CB1D65E2B74}" dt="2025-11-24T23:22:02.669" v="158" actId="26606"/>
          <ac:spMkLst>
            <pc:docMk/>
            <pc:sldMk cId="648866992" sldId="256"/>
            <ac:spMk id="14" creationId="{E94E0531-D614-3CB6-996E-FF0184A33A54}"/>
          </ac:spMkLst>
        </pc:spChg>
        <pc:spChg chg="add">
          <ac:chgData name="Joel Marji" userId="c599b9e1-d003-4660-8a7f-6274bb1343be" providerId="ADAL" clId="{6326DEE9-AAE6-4E24-A5C1-0CB1D65E2B74}" dt="2025-11-24T23:22:02.669" v="158" actId="26606"/>
          <ac:spMkLst>
            <pc:docMk/>
            <pc:sldMk cId="648866992" sldId="256"/>
            <ac:spMk id="15" creationId="{FAF3766F-DEF3-4802-BB0D-7A18EDD9704F}"/>
          </ac:spMkLst>
        </pc:spChg>
        <pc:spChg chg="add">
          <ac:chgData name="Joel Marji" userId="c599b9e1-d003-4660-8a7f-6274bb1343be" providerId="ADAL" clId="{6326DEE9-AAE6-4E24-A5C1-0CB1D65E2B74}" dt="2025-11-24T23:22:02.669" v="158" actId="26606"/>
          <ac:spMkLst>
            <pc:docMk/>
            <pc:sldMk cId="648866992" sldId="256"/>
            <ac:spMk id="16" creationId="{BD0C058D-27D4-3139-E199-E2C11099B62C}"/>
          </ac:spMkLst>
        </pc:spChg>
        <pc:picChg chg="add mod">
          <ac:chgData name="Joel Marji" userId="c599b9e1-d003-4660-8a7f-6274bb1343be" providerId="ADAL" clId="{6326DEE9-AAE6-4E24-A5C1-0CB1D65E2B74}" dt="2025-11-24T23:22:02.669" v="158" actId="26606"/>
          <ac:picMkLst>
            <pc:docMk/>
            <pc:sldMk cId="648866992" sldId="256"/>
            <ac:picMk id="5" creationId="{F757ECEE-BF0A-D745-F1A7-7D234B097566}"/>
          </ac:picMkLst>
        </pc:picChg>
      </pc:sldChg>
      <pc:sldChg chg="addSp modSp new mod setBg modNotesTx">
        <pc:chgData name="Joel Marji" userId="c599b9e1-d003-4660-8a7f-6274bb1343be" providerId="ADAL" clId="{6326DEE9-AAE6-4E24-A5C1-0CB1D65E2B74}" dt="2025-12-02T22:46:18.791" v="14203" actId="20577"/>
        <pc:sldMkLst>
          <pc:docMk/>
          <pc:sldMk cId="920914443" sldId="257"/>
        </pc:sldMkLst>
        <pc:spChg chg="mod">
          <ac:chgData name="Joel Marji" userId="c599b9e1-d003-4660-8a7f-6274bb1343be" providerId="ADAL" clId="{6326DEE9-AAE6-4E24-A5C1-0CB1D65E2B74}" dt="2025-12-02T22:08:19.370" v="12435" actId="26606"/>
          <ac:spMkLst>
            <pc:docMk/>
            <pc:sldMk cId="920914443" sldId="257"/>
            <ac:spMk id="2" creationId="{4501763D-E219-4754-AD0D-0FC7E44D9B09}"/>
          </ac:spMkLst>
        </pc:spChg>
        <pc:spChg chg="mod">
          <ac:chgData name="Joel Marji" userId="c599b9e1-d003-4660-8a7f-6274bb1343be" providerId="ADAL" clId="{6326DEE9-AAE6-4E24-A5C1-0CB1D65E2B74}" dt="2025-12-02T22:08:19.384" v="12436" actId="27636"/>
          <ac:spMkLst>
            <pc:docMk/>
            <pc:sldMk cId="920914443" sldId="257"/>
            <ac:spMk id="3" creationId="{1C38F557-7F59-0FB8-0C94-008E28037AAD}"/>
          </ac:spMkLst>
        </pc:spChg>
        <pc:spChg chg="add">
          <ac:chgData name="Joel Marji" userId="c599b9e1-d003-4660-8a7f-6274bb1343be" providerId="ADAL" clId="{6326DEE9-AAE6-4E24-A5C1-0CB1D65E2B74}" dt="2025-12-02T22:08:19.370" v="12435" actId="26606"/>
          <ac:spMkLst>
            <pc:docMk/>
            <pc:sldMk cId="920914443" sldId="257"/>
            <ac:spMk id="10" creationId="{34C0330F-1D4F-4552-B799-615DD237B6DE}"/>
          </ac:spMkLst>
        </pc:spChg>
        <pc:spChg chg="add">
          <ac:chgData name="Joel Marji" userId="c599b9e1-d003-4660-8a7f-6274bb1343be" providerId="ADAL" clId="{6326DEE9-AAE6-4E24-A5C1-0CB1D65E2B74}" dt="2025-12-02T22:08:19.370" v="12435" actId="26606"/>
          <ac:spMkLst>
            <pc:docMk/>
            <pc:sldMk cId="920914443" sldId="257"/>
            <ac:spMk id="12" creationId="{92BE0106-0C20-465B-A1BE-0BAC2737B1AD}"/>
          </ac:spMkLst>
        </pc:spChg>
        <pc:picChg chg="add mod">
          <ac:chgData name="Joel Marji" userId="c599b9e1-d003-4660-8a7f-6274bb1343be" providerId="ADAL" clId="{6326DEE9-AAE6-4E24-A5C1-0CB1D65E2B74}" dt="2025-12-02T22:08:19.370" v="12435" actId="26606"/>
          <ac:picMkLst>
            <pc:docMk/>
            <pc:sldMk cId="920914443" sldId="257"/>
            <ac:picMk id="4" creationId="{563991F4-02C3-6EF2-A56F-72DC8F8C1C49}"/>
          </ac:picMkLst>
        </pc:picChg>
        <pc:picChg chg="add mod modCrop">
          <ac:chgData name="Joel Marji" userId="c599b9e1-d003-4660-8a7f-6274bb1343be" providerId="ADAL" clId="{6326DEE9-AAE6-4E24-A5C1-0CB1D65E2B74}" dt="2025-12-02T22:08:32.098" v="12438" actId="1076"/>
          <ac:picMkLst>
            <pc:docMk/>
            <pc:sldMk cId="920914443" sldId="257"/>
            <ac:picMk id="5" creationId="{201DF9D4-DE83-CD3B-69F8-B276A7110555}"/>
          </ac:picMkLst>
        </pc:picChg>
      </pc:sldChg>
      <pc:sldChg chg="addSp modSp new mod ord setBg modNotesTx">
        <pc:chgData name="Joel Marji" userId="c599b9e1-d003-4660-8a7f-6274bb1343be" providerId="ADAL" clId="{6326DEE9-AAE6-4E24-A5C1-0CB1D65E2B74}" dt="2025-12-02T22:47:13.410" v="14223" actId="20577"/>
        <pc:sldMkLst>
          <pc:docMk/>
          <pc:sldMk cId="1645015191" sldId="258"/>
        </pc:sldMkLst>
        <pc:spChg chg="mod">
          <ac:chgData name="Joel Marji" userId="c599b9e1-d003-4660-8a7f-6274bb1343be" providerId="ADAL" clId="{6326DEE9-AAE6-4E24-A5C1-0CB1D65E2B74}" dt="2025-11-25T19:01:35.702" v="8830" actId="14100"/>
          <ac:spMkLst>
            <pc:docMk/>
            <pc:sldMk cId="1645015191" sldId="258"/>
            <ac:spMk id="2" creationId="{AEEE32EE-24E2-83C0-8B77-31EA1013C7E8}"/>
          </ac:spMkLst>
        </pc:spChg>
        <pc:spChg chg="mod">
          <ac:chgData name="Joel Marji" userId="c599b9e1-d003-4660-8a7f-6274bb1343be" providerId="ADAL" clId="{6326DEE9-AAE6-4E24-A5C1-0CB1D65E2B74}" dt="2025-12-02T22:47:02.842" v="14204" actId="33524"/>
          <ac:spMkLst>
            <pc:docMk/>
            <pc:sldMk cId="1645015191" sldId="258"/>
            <ac:spMk id="3" creationId="{702E6FA2-0ED4-1D33-241D-17379B312BD1}"/>
          </ac:spMkLst>
        </pc:spChg>
        <pc:spChg chg="add">
          <ac:chgData name="Joel Marji" userId="c599b9e1-d003-4660-8a7f-6274bb1343be" providerId="ADAL" clId="{6326DEE9-AAE6-4E24-A5C1-0CB1D65E2B74}" dt="2025-11-25T19:00:52.148" v="8828" actId="26606"/>
          <ac:spMkLst>
            <pc:docMk/>
            <pc:sldMk cId="1645015191" sldId="258"/>
            <ac:spMk id="10" creationId="{9EE42DCE-4A4F-44C4-84E5-261B3BEEF1DA}"/>
          </ac:spMkLst>
        </pc:spChg>
        <pc:spChg chg="add">
          <ac:chgData name="Joel Marji" userId="c599b9e1-d003-4660-8a7f-6274bb1343be" providerId="ADAL" clId="{6326DEE9-AAE6-4E24-A5C1-0CB1D65E2B74}" dt="2025-11-25T19:00:52.148" v="8828" actId="26606"/>
          <ac:spMkLst>
            <pc:docMk/>
            <pc:sldMk cId="1645015191" sldId="258"/>
            <ac:spMk id="12" creationId="{887F59F2-5FBC-40CD-AD35-376AECE49EA6}"/>
          </ac:spMkLst>
        </pc:spChg>
        <pc:picChg chg="add mod">
          <ac:chgData name="Joel Marji" userId="c599b9e1-d003-4660-8a7f-6274bb1343be" providerId="ADAL" clId="{6326DEE9-AAE6-4E24-A5C1-0CB1D65E2B74}" dt="2025-11-25T19:00:52.148" v="8828" actId="26606"/>
          <ac:picMkLst>
            <pc:docMk/>
            <pc:sldMk cId="1645015191" sldId="258"/>
            <ac:picMk id="5" creationId="{92D6E96B-3E2E-9740-BF5F-BB131DF87112}"/>
          </ac:picMkLst>
        </pc:picChg>
      </pc:sldChg>
      <pc:sldChg chg="addSp modSp new mod setBg modNotesTx">
        <pc:chgData name="Joel Marji" userId="c599b9e1-d003-4660-8a7f-6274bb1343be" providerId="ADAL" clId="{6326DEE9-AAE6-4E24-A5C1-0CB1D65E2B74}" dt="2025-12-02T22:48:00.691" v="14248" actId="255"/>
        <pc:sldMkLst>
          <pc:docMk/>
          <pc:sldMk cId="2799829575" sldId="259"/>
        </pc:sldMkLst>
        <pc:spChg chg="mod">
          <ac:chgData name="Joel Marji" userId="c599b9e1-d003-4660-8a7f-6274bb1343be" providerId="ADAL" clId="{6326DEE9-AAE6-4E24-A5C1-0CB1D65E2B74}" dt="2025-11-25T19:17:29.836" v="10203" actId="26606"/>
          <ac:spMkLst>
            <pc:docMk/>
            <pc:sldMk cId="2799829575" sldId="259"/>
            <ac:spMk id="2" creationId="{2FC0333E-2D83-21AE-6736-2559190F45A0}"/>
          </ac:spMkLst>
        </pc:spChg>
        <pc:spChg chg="mod">
          <ac:chgData name="Joel Marji" userId="c599b9e1-d003-4660-8a7f-6274bb1343be" providerId="ADAL" clId="{6326DEE9-AAE6-4E24-A5C1-0CB1D65E2B74}" dt="2025-12-02T22:47:51.441" v="14247" actId="20577"/>
          <ac:spMkLst>
            <pc:docMk/>
            <pc:sldMk cId="2799829575" sldId="259"/>
            <ac:spMk id="3" creationId="{5F66A306-4388-43AE-B585-EFEB6A952542}"/>
          </ac:spMkLst>
        </pc:spChg>
        <pc:spChg chg="add mod">
          <ac:chgData name="Joel Marji" userId="c599b9e1-d003-4660-8a7f-6274bb1343be" providerId="ADAL" clId="{6326DEE9-AAE6-4E24-A5C1-0CB1D65E2B74}" dt="2025-12-02T22:48:00.691" v="14248" actId="255"/>
          <ac:spMkLst>
            <pc:docMk/>
            <pc:sldMk cId="2799829575" sldId="259"/>
            <ac:spMk id="6" creationId="{31B38C73-735E-90F4-3C43-3DCA2FDC809C}"/>
          </ac:spMkLst>
        </pc:spChg>
        <pc:spChg chg="add">
          <ac:chgData name="Joel Marji" userId="c599b9e1-d003-4660-8a7f-6274bb1343be" providerId="ADAL" clId="{6326DEE9-AAE6-4E24-A5C1-0CB1D65E2B74}" dt="2025-11-25T19:17:29.836" v="10203" actId="26606"/>
          <ac:spMkLst>
            <pc:docMk/>
            <pc:sldMk cId="2799829575" sldId="259"/>
            <ac:spMk id="10" creationId="{4065D9BE-A58D-6E8A-D4A2-5056F3C5E9CA}"/>
          </ac:spMkLst>
        </pc:spChg>
        <pc:spChg chg="add">
          <ac:chgData name="Joel Marji" userId="c599b9e1-d003-4660-8a7f-6274bb1343be" providerId="ADAL" clId="{6326DEE9-AAE6-4E24-A5C1-0CB1D65E2B74}" dt="2025-11-25T19:17:29.836" v="10203" actId="26606"/>
          <ac:spMkLst>
            <pc:docMk/>
            <pc:sldMk cId="2799829575" sldId="259"/>
            <ac:spMk id="12" creationId="{A745E793-BC99-8991-71CD-53FFBB6A8F69}"/>
          </ac:spMkLst>
        </pc:spChg>
        <pc:picChg chg="add mod">
          <ac:chgData name="Joel Marji" userId="c599b9e1-d003-4660-8a7f-6274bb1343be" providerId="ADAL" clId="{6326DEE9-AAE6-4E24-A5C1-0CB1D65E2B74}" dt="2025-11-25T19:17:32.621" v="10204" actId="1076"/>
          <ac:picMkLst>
            <pc:docMk/>
            <pc:sldMk cId="2799829575" sldId="259"/>
            <ac:picMk id="5" creationId="{1A02BC6A-AF92-C3DB-F1ED-187B539349D6}"/>
          </ac:picMkLst>
        </pc:picChg>
      </pc:sldChg>
      <pc:sldChg chg="addSp delSp modSp new mod setBg modNotesTx">
        <pc:chgData name="Joel Marji" userId="c599b9e1-d003-4660-8a7f-6274bb1343be" providerId="ADAL" clId="{6326DEE9-AAE6-4E24-A5C1-0CB1D65E2B74}" dt="2025-12-02T22:20:15.782" v="12849" actId="20577"/>
        <pc:sldMkLst>
          <pc:docMk/>
          <pc:sldMk cId="583102871" sldId="260"/>
        </pc:sldMkLst>
        <pc:spChg chg="mod">
          <ac:chgData name="Joel Marji" userId="c599b9e1-d003-4660-8a7f-6274bb1343be" providerId="ADAL" clId="{6326DEE9-AAE6-4E24-A5C1-0CB1D65E2B74}" dt="2025-11-25T17:31:43.183" v="5633" actId="20577"/>
          <ac:spMkLst>
            <pc:docMk/>
            <pc:sldMk cId="583102871" sldId="260"/>
            <ac:spMk id="2" creationId="{52000BBF-3FC0-652F-9BC8-83CCDCC03EEE}"/>
          </ac:spMkLst>
        </pc:spChg>
        <pc:spChg chg="add mod ord">
          <ac:chgData name="Joel Marji" userId="c599b9e1-d003-4660-8a7f-6274bb1343be" providerId="ADAL" clId="{6326DEE9-AAE6-4E24-A5C1-0CB1D65E2B74}" dt="2025-11-25T17:34:32.716" v="5759" actId="20577"/>
          <ac:spMkLst>
            <pc:docMk/>
            <pc:sldMk cId="583102871" sldId="260"/>
            <ac:spMk id="5" creationId="{1DF23C84-7669-F439-AD62-9F8D13A2C8E0}"/>
          </ac:spMkLst>
        </pc:spChg>
        <pc:spChg chg="add mod">
          <ac:chgData name="Joel Marji" userId="c599b9e1-d003-4660-8a7f-6274bb1343be" providerId="ADAL" clId="{6326DEE9-AAE6-4E24-A5C1-0CB1D65E2B74}" dt="2025-11-25T17:59:55.995" v="6772" actId="1076"/>
          <ac:spMkLst>
            <pc:docMk/>
            <pc:sldMk cId="583102871" sldId="260"/>
            <ac:spMk id="7" creationId="{2C589DC8-BFFD-E65B-FCD1-563F2AFF3340}"/>
          </ac:spMkLst>
        </pc:spChg>
        <pc:spChg chg="add">
          <ac:chgData name="Joel Marji" userId="c599b9e1-d003-4660-8a7f-6274bb1343be" providerId="ADAL" clId="{6326DEE9-AAE6-4E24-A5C1-0CB1D65E2B74}" dt="2025-11-25T00:27:01.380" v="3610" actId="26606"/>
          <ac:spMkLst>
            <pc:docMk/>
            <pc:sldMk cId="583102871" sldId="260"/>
            <ac:spMk id="11" creationId="{A082E5AA-6E5F-4FCC-8C41-11E32F833BFC}"/>
          </ac:spMkLst>
        </pc:spChg>
        <pc:spChg chg="add">
          <ac:chgData name="Joel Marji" userId="c599b9e1-d003-4660-8a7f-6274bb1343be" providerId="ADAL" clId="{6326DEE9-AAE6-4E24-A5C1-0CB1D65E2B74}" dt="2025-11-25T00:27:01.380" v="3610" actId="26606"/>
          <ac:spMkLst>
            <pc:docMk/>
            <pc:sldMk cId="583102871" sldId="260"/>
            <ac:spMk id="13" creationId="{92BE0106-0C20-465B-A1BE-0BAC2737B1AD}"/>
          </ac:spMkLst>
        </pc:spChg>
        <pc:spChg chg="add">
          <ac:chgData name="Joel Marji" userId="c599b9e1-d003-4660-8a7f-6274bb1343be" providerId="ADAL" clId="{6326DEE9-AAE6-4E24-A5C1-0CB1D65E2B74}" dt="2025-11-25T00:27:01.380" v="3610" actId="26606"/>
          <ac:spMkLst>
            <pc:docMk/>
            <pc:sldMk cId="583102871" sldId="260"/>
            <ac:spMk id="15" creationId="{4A3D569D-D3A6-49CA-A483-291E95DACA14}"/>
          </ac:spMkLst>
        </pc:spChg>
        <pc:picChg chg="add mod">
          <ac:chgData name="Joel Marji" userId="c599b9e1-d003-4660-8a7f-6274bb1343be" providerId="ADAL" clId="{6326DEE9-AAE6-4E24-A5C1-0CB1D65E2B74}" dt="2025-11-25T18:00:14.587" v="6773" actId="1076"/>
          <ac:picMkLst>
            <pc:docMk/>
            <pc:sldMk cId="583102871" sldId="260"/>
            <ac:picMk id="4" creationId="{5414EBDD-EEB7-1611-988A-AFCAB79F7766}"/>
          </ac:picMkLst>
        </pc:picChg>
      </pc:sldChg>
      <pc:sldChg chg="addSp modSp new mod setBg modNotesTx">
        <pc:chgData name="Joel Marji" userId="c599b9e1-d003-4660-8a7f-6274bb1343be" providerId="ADAL" clId="{6326DEE9-AAE6-4E24-A5C1-0CB1D65E2B74}" dt="2025-12-02T22:22:42.183" v="13225" actId="313"/>
        <pc:sldMkLst>
          <pc:docMk/>
          <pc:sldMk cId="4024988890" sldId="261"/>
        </pc:sldMkLst>
        <pc:spChg chg="mod">
          <ac:chgData name="Joel Marji" userId="c599b9e1-d003-4660-8a7f-6274bb1343be" providerId="ADAL" clId="{6326DEE9-AAE6-4E24-A5C1-0CB1D65E2B74}" dt="2025-11-25T17:44:06.881" v="6117" actId="26606"/>
          <ac:spMkLst>
            <pc:docMk/>
            <pc:sldMk cId="4024988890" sldId="261"/>
            <ac:spMk id="2" creationId="{3B2EE144-062A-165A-7435-8CB68A5F36CE}"/>
          </ac:spMkLst>
        </pc:spChg>
        <pc:spChg chg="mod ord">
          <ac:chgData name="Joel Marji" userId="c599b9e1-d003-4660-8a7f-6274bb1343be" providerId="ADAL" clId="{6326DEE9-AAE6-4E24-A5C1-0CB1D65E2B74}" dt="2025-11-25T17:44:06.921" v="6118" actId="27636"/>
          <ac:spMkLst>
            <pc:docMk/>
            <pc:sldMk cId="4024988890" sldId="261"/>
            <ac:spMk id="3" creationId="{C4EBB2D8-3A8C-8A03-D9F4-9262513140E8}"/>
          </ac:spMkLst>
        </pc:spChg>
        <pc:spChg chg="add mod">
          <ac:chgData name="Joel Marji" userId="c599b9e1-d003-4660-8a7f-6274bb1343be" providerId="ADAL" clId="{6326DEE9-AAE6-4E24-A5C1-0CB1D65E2B74}" dt="2025-11-25T17:45:43.446" v="6153" actId="1076"/>
          <ac:spMkLst>
            <pc:docMk/>
            <pc:sldMk cId="4024988890" sldId="261"/>
            <ac:spMk id="5" creationId="{6B21AA1C-1D33-FCF0-E9F2-01C8D2ED6B28}"/>
          </ac:spMkLst>
        </pc:spChg>
        <pc:spChg chg="add">
          <ac:chgData name="Joel Marji" userId="c599b9e1-d003-4660-8a7f-6274bb1343be" providerId="ADAL" clId="{6326DEE9-AAE6-4E24-A5C1-0CB1D65E2B74}" dt="2025-11-25T17:44:06.881" v="6117" actId="26606"/>
          <ac:spMkLst>
            <pc:docMk/>
            <pc:sldMk cId="4024988890" sldId="261"/>
            <ac:spMk id="9" creationId="{A082E5AA-6E5F-4FCC-8C41-11E32F833BFC}"/>
          </ac:spMkLst>
        </pc:spChg>
        <pc:spChg chg="add">
          <ac:chgData name="Joel Marji" userId="c599b9e1-d003-4660-8a7f-6274bb1343be" providerId="ADAL" clId="{6326DEE9-AAE6-4E24-A5C1-0CB1D65E2B74}" dt="2025-11-25T17:44:06.881" v="6117" actId="26606"/>
          <ac:spMkLst>
            <pc:docMk/>
            <pc:sldMk cId="4024988890" sldId="261"/>
            <ac:spMk id="11" creationId="{92BE0106-0C20-465B-A1BE-0BAC2737B1AD}"/>
          </ac:spMkLst>
        </pc:spChg>
        <pc:spChg chg="add">
          <ac:chgData name="Joel Marji" userId="c599b9e1-d003-4660-8a7f-6274bb1343be" providerId="ADAL" clId="{6326DEE9-AAE6-4E24-A5C1-0CB1D65E2B74}" dt="2025-11-25T17:44:06.881" v="6117" actId="26606"/>
          <ac:spMkLst>
            <pc:docMk/>
            <pc:sldMk cId="4024988890" sldId="261"/>
            <ac:spMk id="13" creationId="{4A3D569D-D3A6-49CA-A483-291E95DACA14}"/>
          </ac:spMkLst>
        </pc:spChg>
        <pc:picChg chg="mod">
          <ac:chgData name="Joel Marji" userId="c599b9e1-d003-4660-8a7f-6274bb1343be" providerId="ADAL" clId="{6326DEE9-AAE6-4E24-A5C1-0CB1D65E2B74}" dt="2025-11-25T17:45:17.534" v="6148" actId="1076"/>
          <ac:picMkLst>
            <pc:docMk/>
            <pc:sldMk cId="4024988890" sldId="261"/>
            <ac:picMk id="4" creationId="{2B4FEF79-086B-14D2-BCEA-AF34CCFCD81F}"/>
          </ac:picMkLst>
        </pc:picChg>
      </pc:sldChg>
      <pc:sldChg chg="addSp delSp modSp new mod setBg modNotesTx">
        <pc:chgData name="Joel Marji" userId="c599b9e1-d003-4660-8a7f-6274bb1343be" providerId="ADAL" clId="{6326DEE9-AAE6-4E24-A5C1-0CB1D65E2B74}" dt="2025-12-02T22:25:15.953" v="13538" actId="20577"/>
        <pc:sldMkLst>
          <pc:docMk/>
          <pc:sldMk cId="1638883148" sldId="263"/>
        </pc:sldMkLst>
        <pc:spChg chg="mod">
          <ac:chgData name="Joel Marji" userId="c599b9e1-d003-4660-8a7f-6274bb1343be" providerId="ADAL" clId="{6326DEE9-AAE6-4E24-A5C1-0CB1D65E2B74}" dt="2025-11-25T17:52:40.634" v="6745" actId="26606"/>
          <ac:spMkLst>
            <pc:docMk/>
            <pc:sldMk cId="1638883148" sldId="263"/>
            <ac:spMk id="2" creationId="{F3F67F98-08B0-A21D-344A-7D62807B1557}"/>
          </ac:spMkLst>
        </pc:spChg>
        <pc:spChg chg="mod ord">
          <ac:chgData name="Joel Marji" userId="c599b9e1-d003-4660-8a7f-6274bb1343be" providerId="ADAL" clId="{6326DEE9-AAE6-4E24-A5C1-0CB1D65E2B74}" dt="2025-11-25T17:52:40.634" v="6745" actId="26606"/>
          <ac:spMkLst>
            <pc:docMk/>
            <pc:sldMk cId="1638883148" sldId="263"/>
            <ac:spMk id="3" creationId="{A2C8ED21-5D5D-7114-8BAC-D5C3F425D34C}"/>
          </ac:spMkLst>
        </pc:spChg>
        <pc:spChg chg="add mod">
          <ac:chgData name="Joel Marji" userId="c599b9e1-d003-4660-8a7f-6274bb1343be" providerId="ADAL" clId="{6326DEE9-AAE6-4E24-A5C1-0CB1D65E2B74}" dt="2025-11-25T18:19:06.410" v="6823" actId="1076"/>
          <ac:spMkLst>
            <pc:docMk/>
            <pc:sldMk cId="1638883148" sldId="263"/>
            <ac:spMk id="10" creationId="{A741DAD0-5BD1-F62A-C520-1992A524495C}"/>
          </ac:spMkLst>
        </pc:spChg>
        <pc:spChg chg="add">
          <ac:chgData name="Joel Marji" userId="c599b9e1-d003-4660-8a7f-6274bb1343be" providerId="ADAL" clId="{6326DEE9-AAE6-4E24-A5C1-0CB1D65E2B74}" dt="2025-11-25T17:52:40.634" v="6745" actId="26606"/>
          <ac:spMkLst>
            <pc:docMk/>
            <pc:sldMk cId="1638883148" sldId="263"/>
            <ac:spMk id="1030" creationId="{A082E5AA-6E5F-4FCC-8C41-11E32F833BFC}"/>
          </ac:spMkLst>
        </pc:spChg>
        <pc:spChg chg="add">
          <ac:chgData name="Joel Marji" userId="c599b9e1-d003-4660-8a7f-6274bb1343be" providerId="ADAL" clId="{6326DEE9-AAE6-4E24-A5C1-0CB1D65E2B74}" dt="2025-11-25T17:52:40.634" v="6745" actId="26606"/>
          <ac:spMkLst>
            <pc:docMk/>
            <pc:sldMk cId="1638883148" sldId="263"/>
            <ac:spMk id="1031" creationId="{92BE0106-0C20-465B-A1BE-0BAC2737B1AD}"/>
          </ac:spMkLst>
        </pc:spChg>
        <pc:spChg chg="add">
          <ac:chgData name="Joel Marji" userId="c599b9e1-d003-4660-8a7f-6274bb1343be" providerId="ADAL" clId="{6326DEE9-AAE6-4E24-A5C1-0CB1D65E2B74}" dt="2025-11-25T17:52:40.634" v="6745" actId="26606"/>
          <ac:spMkLst>
            <pc:docMk/>
            <pc:sldMk cId="1638883148" sldId="263"/>
            <ac:spMk id="1032" creationId="{4A3D569D-D3A6-49CA-A483-291E95DACA14}"/>
          </ac:spMkLst>
        </pc:spChg>
        <pc:picChg chg="add mod">
          <ac:chgData name="Joel Marji" userId="c599b9e1-d003-4660-8a7f-6274bb1343be" providerId="ADAL" clId="{6326DEE9-AAE6-4E24-A5C1-0CB1D65E2B74}" dt="2025-11-25T18:19:11.403" v="6825" actId="1076"/>
          <ac:picMkLst>
            <pc:docMk/>
            <pc:sldMk cId="1638883148" sldId="263"/>
            <ac:picMk id="8" creationId="{F60FB814-DBEA-4C19-DC98-07DFB08E879D}"/>
          </ac:picMkLst>
        </pc:picChg>
        <pc:picChg chg="add mod">
          <ac:chgData name="Joel Marji" userId="c599b9e1-d003-4660-8a7f-6274bb1343be" providerId="ADAL" clId="{6326DEE9-AAE6-4E24-A5C1-0CB1D65E2B74}" dt="2025-11-25T18:19:09.440" v="6824" actId="1076"/>
          <ac:picMkLst>
            <pc:docMk/>
            <pc:sldMk cId="1638883148" sldId="263"/>
            <ac:picMk id="9" creationId="{233C6FBE-7A30-7E3A-F954-5F285F25E5DF}"/>
          </ac:picMkLst>
        </pc:picChg>
        <pc:picChg chg="add mod">
          <ac:chgData name="Joel Marji" userId="c599b9e1-d003-4660-8a7f-6274bb1343be" providerId="ADAL" clId="{6326DEE9-AAE6-4E24-A5C1-0CB1D65E2B74}" dt="2025-11-25T18:18:18.466" v="6818" actId="14100"/>
          <ac:picMkLst>
            <pc:docMk/>
            <pc:sldMk cId="1638883148" sldId="263"/>
            <ac:picMk id="1028" creationId="{53837893-C383-0864-3CF7-69BA073FD5AD}"/>
          </ac:picMkLst>
        </pc:picChg>
      </pc:sldChg>
      <pc:sldChg chg="addSp delSp modSp add mod modNotesTx">
        <pc:chgData name="Joel Marji" userId="c599b9e1-d003-4660-8a7f-6274bb1343be" providerId="ADAL" clId="{6326DEE9-AAE6-4E24-A5C1-0CB1D65E2B74}" dt="2025-12-02T22:24:35.605" v="13458" actId="20577"/>
        <pc:sldMkLst>
          <pc:docMk/>
          <pc:sldMk cId="2209058588" sldId="265"/>
        </pc:sldMkLst>
        <pc:spChg chg="mod">
          <ac:chgData name="Joel Marji" userId="c599b9e1-d003-4660-8a7f-6274bb1343be" providerId="ADAL" clId="{6326DEE9-AAE6-4E24-A5C1-0CB1D65E2B74}" dt="2025-11-25T18:26:10.653" v="7287" actId="27636"/>
          <ac:spMkLst>
            <pc:docMk/>
            <pc:sldMk cId="2209058588" sldId="265"/>
            <ac:spMk id="2" creationId="{C7A1B89C-ADF9-6339-23BE-B193C3A8A1FE}"/>
          </ac:spMkLst>
        </pc:spChg>
        <pc:spChg chg="mod">
          <ac:chgData name="Joel Marji" userId="c599b9e1-d003-4660-8a7f-6274bb1343be" providerId="ADAL" clId="{6326DEE9-AAE6-4E24-A5C1-0CB1D65E2B74}" dt="2025-11-25T18:26:45.177" v="7301" actId="27636"/>
          <ac:spMkLst>
            <pc:docMk/>
            <pc:sldMk cId="2209058588" sldId="265"/>
            <ac:spMk id="3" creationId="{DBD4F588-B1D6-97A7-A7B9-D3730185D43C}"/>
          </ac:spMkLst>
        </pc:spChg>
        <pc:spChg chg="add mod">
          <ac:chgData name="Joel Marji" userId="c599b9e1-d003-4660-8a7f-6274bb1343be" providerId="ADAL" clId="{6326DEE9-AAE6-4E24-A5C1-0CB1D65E2B74}" dt="2025-11-25T18:26:23.750" v="7292"/>
          <ac:spMkLst>
            <pc:docMk/>
            <pc:sldMk cId="2209058588" sldId="265"/>
            <ac:spMk id="6" creationId="{7905AB81-F0E9-A340-7DAD-8C0E4BDA4529}"/>
          </ac:spMkLst>
        </pc:spChg>
        <pc:picChg chg="add mod">
          <ac:chgData name="Joel Marji" userId="c599b9e1-d003-4660-8a7f-6274bb1343be" providerId="ADAL" clId="{6326DEE9-AAE6-4E24-A5C1-0CB1D65E2B74}" dt="2025-11-25T18:26:27.497" v="7294"/>
          <ac:picMkLst>
            <pc:docMk/>
            <pc:sldMk cId="2209058588" sldId="265"/>
            <ac:picMk id="7" creationId="{F2EAC571-F0EB-C108-93FF-E1B402EF6117}"/>
          </ac:picMkLst>
        </pc:picChg>
        <pc:picChg chg="add mod">
          <ac:chgData name="Joel Marji" userId="c599b9e1-d003-4660-8a7f-6274bb1343be" providerId="ADAL" clId="{6326DEE9-AAE6-4E24-A5C1-0CB1D65E2B74}" dt="2025-11-25T18:27:08.622" v="7303" actId="1076"/>
          <ac:picMkLst>
            <pc:docMk/>
            <pc:sldMk cId="2209058588" sldId="265"/>
            <ac:picMk id="2050" creationId="{F3E73EC4-7068-6707-B191-86429340C0F1}"/>
          </ac:picMkLst>
        </pc:picChg>
      </pc:sldChg>
      <pc:sldChg chg="addSp delSp modSp add mod delDesignElem chgLayout modNotesTx">
        <pc:chgData name="Joel Marji" userId="c599b9e1-d003-4660-8a7f-6274bb1343be" providerId="ADAL" clId="{6326DEE9-AAE6-4E24-A5C1-0CB1D65E2B74}" dt="2025-12-02T22:27:29.451" v="13796" actId="20577"/>
        <pc:sldMkLst>
          <pc:docMk/>
          <pc:sldMk cId="817474418" sldId="266"/>
        </pc:sldMkLst>
        <pc:spChg chg="mod ord">
          <ac:chgData name="Joel Marji" userId="c599b9e1-d003-4660-8a7f-6274bb1343be" providerId="ADAL" clId="{6326DEE9-AAE6-4E24-A5C1-0CB1D65E2B74}" dt="2025-11-25T18:36:59.443" v="7500" actId="700"/>
          <ac:spMkLst>
            <pc:docMk/>
            <pc:sldMk cId="817474418" sldId="266"/>
            <ac:spMk id="2" creationId="{770D7541-5E2F-CA8F-0521-006C66A2BD90}"/>
          </ac:spMkLst>
        </pc:spChg>
        <pc:spChg chg="mod ord">
          <ac:chgData name="Joel Marji" userId="c599b9e1-d003-4660-8a7f-6274bb1343be" providerId="ADAL" clId="{6326DEE9-AAE6-4E24-A5C1-0CB1D65E2B74}" dt="2025-12-02T22:27:29.451" v="13796" actId="20577"/>
          <ac:spMkLst>
            <pc:docMk/>
            <pc:sldMk cId="817474418" sldId="266"/>
            <ac:spMk id="3" creationId="{6F70BA68-DDFB-D153-D285-67B3182A500D}"/>
          </ac:spMkLst>
        </pc:spChg>
        <pc:spChg chg="add del">
          <ac:chgData name="Joel Marji" userId="c599b9e1-d003-4660-8a7f-6274bb1343be" providerId="ADAL" clId="{6326DEE9-AAE6-4E24-A5C1-0CB1D65E2B74}" dt="2025-11-25T18:36:59.443" v="7500" actId="700"/>
          <ac:spMkLst>
            <pc:docMk/>
            <pc:sldMk cId="817474418" sldId="266"/>
            <ac:spMk id="1030" creationId="{B0EEC6FE-8D7C-8D36-E0C4-095178AF8262}"/>
          </ac:spMkLst>
        </pc:spChg>
        <pc:spChg chg="add del">
          <ac:chgData name="Joel Marji" userId="c599b9e1-d003-4660-8a7f-6274bb1343be" providerId="ADAL" clId="{6326DEE9-AAE6-4E24-A5C1-0CB1D65E2B74}" dt="2025-11-25T18:36:59.443" v="7500" actId="700"/>
          <ac:spMkLst>
            <pc:docMk/>
            <pc:sldMk cId="817474418" sldId="266"/>
            <ac:spMk id="1031" creationId="{B4EA1536-007C-58B4-30F4-26DCA71935A5}"/>
          </ac:spMkLst>
        </pc:spChg>
        <pc:spChg chg="add del">
          <ac:chgData name="Joel Marji" userId="c599b9e1-d003-4660-8a7f-6274bb1343be" providerId="ADAL" clId="{6326DEE9-AAE6-4E24-A5C1-0CB1D65E2B74}" dt="2025-11-25T18:36:59.443" v="7500" actId="700"/>
          <ac:spMkLst>
            <pc:docMk/>
            <pc:sldMk cId="817474418" sldId="266"/>
            <ac:spMk id="1032" creationId="{602CDBC6-6EF6-AD58-11FC-1A8557C3004A}"/>
          </ac:spMkLst>
        </pc:spChg>
        <pc:picChg chg="add mod">
          <ac:chgData name="Joel Marji" userId="c599b9e1-d003-4660-8a7f-6274bb1343be" providerId="ADAL" clId="{6326DEE9-AAE6-4E24-A5C1-0CB1D65E2B74}" dt="2025-11-25T18:30:43.142" v="7491" actId="1076"/>
          <ac:picMkLst>
            <pc:docMk/>
            <pc:sldMk cId="817474418" sldId="266"/>
            <ac:picMk id="5" creationId="{AA4F374A-8E9E-861D-EB0D-7B03138632BF}"/>
          </ac:picMkLst>
        </pc:picChg>
        <pc:picChg chg="add mod modCrop">
          <ac:chgData name="Joel Marji" userId="c599b9e1-d003-4660-8a7f-6274bb1343be" providerId="ADAL" clId="{6326DEE9-AAE6-4E24-A5C1-0CB1D65E2B74}" dt="2025-11-25T18:34:02.696" v="7497" actId="1076"/>
          <ac:picMkLst>
            <pc:docMk/>
            <pc:sldMk cId="817474418" sldId="266"/>
            <ac:picMk id="7" creationId="{9AAECDFB-3F1D-059F-73F8-5B68DD0A196C}"/>
          </ac:picMkLst>
        </pc:picChg>
      </pc:sldChg>
      <pc:sldChg chg="addSp delSp modSp new mod setBg">
        <pc:chgData name="Joel Marji" userId="c599b9e1-d003-4660-8a7f-6274bb1343be" providerId="ADAL" clId="{6326DEE9-AAE6-4E24-A5C1-0CB1D65E2B74}" dt="2025-12-02T20:39:12.442" v="12249" actId="1076"/>
        <pc:sldMkLst>
          <pc:docMk/>
          <pc:sldMk cId="4232831830" sldId="267"/>
        </pc:sldMkLst>
        <pc:spChg chg="mod">
          <ac:chgData name="Joel Marji" userId="c599b9e1-d003-4660-8a7f-6274bb1343be" providerId="ADAL" clId="{6326DEE9-AAE6-4E24-A5C1-0CB1D65E2B74}" dt="2025-11-25T18:49:47.119" v="7984" actId="26606"/>
          <ac:spMkLst>
            <pc:docMk/>
            <pc:sldMk cId="4232831830" sldId="267"/>
            <ac:spMk id="2" creationId="{A51C5644-3D54-8FE7-9A69-EFDD3000B9EC}"/>
          </ac:spMkLst>
        </pc:spChg>
        <pc:spChg chg="mod">
          <ac:chgData name="Joel Marji" userId="c599b9e1-d003-4660-8a7f-6274bb1343be" providerId="ADAL" clId="{6326DEE9-AAE6-4E24-A5C1-0CB1D65E2B74}" dt="2025-11-25T18:49:47.119" v="7984" actId="26606"/>
          <ac:spMkLst>
            <pc:docMk/>
            <pc:sldMk cId="4232831830" sldId="267"/>
            <ac:spMk id="3" creationId="{9B608294-CCBC-6DB7-20A3-D00704F86026}"/>
          </ac:spMkLst>
        </pc:spChg>
        <pc:spChg chg="add">
          <ac:chgData name="Joel Marji" userId="c599b9e1-d003-4660-8a7f-6274bb1343be" providerId="ADAL" clId="{6326DEE9-AAE6-4E24-A5C1-0CB1D65E2B74}" dt="2025-11-25T18:49:47.119" v="7984" actId="26606"/>
          <ac:spMkLst>
            <pc:docMk/>
            <pc:sldMk cId="4232831830" sldId="267"/>
            <ac:spMk id="10" creationId="{4065D9BE-A58D-6E8A-D4A2-5056F3C5E9CA}"/>
          </ac:spMkLst>
        </pc:spChg>
        <pc:spChg chg="add">
          <ac:chgData name="Joel Marji" userId="c599b9e1-d003-4660-8a7f-6274bb1343be" providerId="ADAL" clId="{6326DEE9-AAE6-4E24-A5C1-0CB1D65E2B74}" dt="2025-11-25T18:49:47.119" v="7984" actId="26606"/>
          <ac:spMkLst>
            <pc:docMk/>
            <pc:sldMk cId="4232831830" sldId="267"/>
            <ac:spMk id="12" creationId="{A745E793-BC99-8991-71CD-53FFBB6A8F69}"/>
          </ac:spMkLst>
        </pc:spChg>
        <pc:picChg chg="add del mod">
          <ac:chgData name="Joel Marji" userId="c599b9e1-d003-4660-8a7f-6274bb1343be" providerId="ADAL" clId="{6326DEE9-AAE6-4E24-A5C1-0CB1D65E2B74}" dt="2025-12-02T20:39:07.478" v="12246" actId="478"/>
          <ac:picMkLst>
            <pc:docMk/>
            <pc:sldMk cId="4232831830" sldId="267"/>
            <ac:picMk id="5" creationId="{3A774367-C871-DA42-C5DB-1002B6AB860A}"/>
          </ac:picMkLst>
        </pc:picChg>
        <pc:picChg chg="add mod">
          <ac:chgData name="Joel Marji" userId="c599b9e1-d003-4660-8a7f-6274bb1343be" providerId="ADAL" clId="{6326DEE9-AAE6-4E24-A5C1-0CB1D65E2B74}" dt="2025-12-02T20:39:12.442" v="12249" actId="1076"/>
          <ac:picMkLst>
            <pc:docMk/>
            <pc:sldMk cId="4232831830" sldId="267"/>
            <ac:picMk id="6" creationId="{5E7E72DC-C2CC-43F6-9256-3BEC3E3A7841}"/>
          </ac:picMkLst>
        </pc:picChg>
      </pc:sldChg>
      <pc:sldChg chg="addSp modSp new mod setBg">
        <pc:chgData name="Joel Marji" userId="c599b9e1-d003-4660-8a7f-6274bb1343be" providerId="ADAL" clId="{6326DEE9-AAE6-4E24-A5C1-0CB1D65E2B74}" dt="2025-12-02T22:48:29.548" v="14251" actId="27636"/>
        <pc:sldMkLst>
          <pc:docMk/>
          <pc:sldMk cId="433150833" sldId="268"/>
        </pc:sldMkLst>
        <pc:spChg chg="mod">
          <ac:chgData name="Joel Marji" userId="c599b9e1-d003-4660-8a7f-6274bb1343be" providerId="ADAL" clId="{6326DEE9-AAE6-4E24-A5C1-0CB1D65E2B74}" dt="2025-12-02T22:48:27.711" v="14249" actId="14100"/>
          <ac:spMkLst>
            <pc:docMk/>
            <pc:sldMk cId="433150833" sldId="268"/>
            <ac:spMk id="2" creationId="{7E9FA72D-8FE4-6487-F02B-EFA5FE40CD22}"/>
          </ac:spMkLst>
        </pc:spChg>
        <pc:spChg chg="mod">
          <ac:chgData name="Joel Marji" userId="c599b9e1-d003-4660-8a7f-6274bb1343be" providerId="ADAL" clId="{6326DEE9-AAE6-4E24-A5C1-0CB1D65E2B74}" dt="2025-12-02T22:48:29.548" v="14251" actId="27636"/>
          <ac:spMkLst>
            <pc:docMk/>
            <pc:sldMk cId="433150833" sldId="268"/>
            <ac:spMk id="3" creationId="{D9B251D1-E995-1670-767D-0B9E903BF256}"/>
          </ac:spMkLst>
        </pc:spChg>
        <pc:spChg chg="add">
          <ac:chgData name="Joel Marji" userId="c599b9e1-d003-4660-8a7f-6274bb1343be" providerId="ADAL" clId="{6326DEE9-AAE6-4E24-A5C1-0CB1D65E2B74}" dt="2025-11-25T18:58:38.536" v="8823" actId="26606"/>
          <ac:spMkLst>
            <pc:docMk/>
            <pc:sldMk cId="433150833" sldId="268"/>
            <ac:spMk id="10" creationId="{4065D9BE-A58D-6E8A-D4A2-5056F3C5E9CA}"/>
          </ac:spMkLst>
        </pc:spChg>
        <pc:spChg chg="add">
          <ac:chgData name="Joel Marji" userId="c599b9e1-d003-4660-8a7f-6274bb1343be" providerId="ADAL" clId="{6326DEE9-AAE6-4E24-A5C1-0CB1D65E2B74}" dt="2025-11-25T18:58:38.536" v="8823" actId="26606"/>
          <ac:spMkLst>
            <pc:docMk/>
            <pc:sldMk cId="433150833" sldId="268"/>
            <ac:spMk id="12" creationId="{A745E793-BC99-8991-71CD-53FFBB6A8F69}"/>
          </ac:spMkLst>
        </pc:spChg>
        <pc:picChg chg="add mod">
          <ac:chgData name="Joel Marji" userId="c599b9e1-d003-4660-8a7f-6274bb1343be" providerId="ADAL" clId="{6326DEE9-AAE6-4E24-A5C1-0CB1D65E2B74}" dt="2025-11-25T18:58:50.706" v="8826" actId="1076"/>
          <ac:picMkLst>
            <pc:docMk/>
            <pc:sldMk cId="433150833" sldId="268"/>
            <ac:picMk id="5" creationId="{CBA785B4-ED25-C31E-E443-EA0AB9FDB0AE}"/>
          </ac:picMkLst>
        </pc:picChg>
      </pc:sldChg>
      <pc:sldChg chg="modSp new mod modNotesTx">
        <pc:chgData name="Joel Marji" userId="c599b9e1-d003-4660-8a7f-6274bb1343be" providerId="ADAL" clId="{6326DEE9-AAE6-4E24-A5C1-0CB1D65E2B74}" dt="2025-12-02T22:48:37.784" v="14253" actId="20577"/>
        <pc:sldMkLst>
          <pc:docMk/>
          <pc:sldMk cId="2816869586" sldId="269"/>
        </pc:sldMkLst>
        <pc:spChg chg="mod">
          <ac:chgData name="Joel Marji" userId="c599b9e1-d003-4660-8a7f-6274bb1343be" providerId="ADAL" clId="{6326DEE9-AAE6-4E24-A5C1-0CB1D65E2B74}" dt="2025-11-25T19:20:55.587" v="10368" actId="20577"/>
          <ac:spMkLst>
            <pc:docMk/>
            <pc:sldMk cId="2816869586" sldId="269"/>
            <ac:spMk id="2" creationId="{0355F355-D055-D4A2-9FD6-ECF226ED40C6}"/>
          </ac:spMkLst>
        </pc:spChg>
        <pc:spChg chg="mod">
          <ac:chgData name="Joel Marji" userId="c599b9e1-d003-4660-8a7f-6274bb1343be" providerId="ADAL" clId="{6326DEE9-AAE6-4E24-A5C1-0CB1D65E2B74}" dt="2025-12-02T22:48:37.784" v="14253" actId="20577"/>
          <ac:spMkLst>
            <pc:docMk/>
            <pc:sldMk cId="2816869586" sldId="269"/>
            <ac:spMk id="3" creationId="{8C5BFFED-A7F3-DF49-321A-F65003E78AD6}"/>
          </ac:spMkLst>
        </pc:spChg>
      </pc:sldChg>
      <pc:sldChg chg="modSp new mod modNotesTx">
        <pc:chgData name="Joel Marji" userId="c599b9e1-d003-4660-8a7f-6274bb1343be" providerId="ADAL" clId="{6326DEE9-AAE6-4E24-A5C1-0CB1D65E2B74}" dt="2025-12-02T22:30:14.443" v="14123" actId="20577"/>
        <pc:sldMkLst>
          <pc:docMk/>
          <pc:sldMk cId="1229503787" sldId="270"/>
        </pc:sldMkLst>
        <pc:spChg chg="mod">
          <ac:chgData name="Joel Marji" userId="c599b9e1-d003-4660-8a7f-6274bb1343be" providerId="ADAL" clId="{6326DEE9-AAE6-4E24-A5C1-0CB1D65E2B74}" dt="2025-11-25T19:22:29.618" v="10662" actId="20577"/>
          <ac:spMkLst>
            <pc:docMk/>
            <pc:sldMk cId="1229503787" sldId="270"/>
            <ac:spMk id="2" creationId="{B07D7214-ACBB-0C4D-D993-3EAE23F26BF6}"/>
          </ac:spMkLst>
        </pc:spChg>
        <pc:spChg chg="mod">
          <ac:chgData name="Joel Marji" userId="c599b9e1-d003-4660-8a7f-6274bb1343be" providerId="ADAL" clId="{6326DEE9-AAE6-4E24-A5C1-0CB1D65E2B74}" dt="2025-12-02T14:41:29.294" v="12244" actId="15"/>
          <ac:spMkLst>
            <pc:docMk/>
            <pc:sldMk cId="1229503787" sldId="270"/>
            <ac:spMk id="3" creationId="{70231FAB-3797-A34C-FBAF-90BE82CD5FEF}"/>
          </ac:spMkLst>
        </pc:spChg>
      </pc:sldChg>
      <pc:sldChg chg="modSp new mod">
        <pc:chgData name="Joel Marji" userId="c599b9e1-d003-4660-8a7f-6274bb1343be" providerId="ADAL" clId="{6326DEE9-AAE6-4E24-A5C1-0CB1D65E2B74}" dt="2025-11-25T19:47:40.538" v="12120" actId="20577"/>
        <pc:sldMkLst>
          <pc:docMk/>
          <pc:sldMk cId="2979314593" sldId="271"/>
        </pc:sldMkLst>
        <pc:spChg chg="mod">
          <ac:chgData name="Joel Marji" userId="c599b9e1-d003-4660-8a7f-6274bb1343be" providerId="ADAL" clId="{6326DEE9-AAE6-4E24-A5C1-0CB1D65E2B74}" dt="2025-11-25T19:45:45.713" v="11956" actId="27636"/>
          <ac:spMkLst>
            <pc:docMk/>
            <pc:sldMk cId="2979314593" sldId="271"/>
            <ac:spMk id="2" creationId="{31E50851-EDCA-2204-0393-E853B7A1173C}"/>
          </ac:spMkLst>
        </pc:spChg>
        <pc:spChg chg="mod">
          <ac:chgData name="Joel Marji" userId="c599b9e1-d003-4660-8a7f-6274bb1343be" providerId="ADAL" clId="{6326DEE9-AAE6-4E24-A5C1-0CB1D65E2B74}" dt="2025-11-25T19:47:40.538" v="12120" actId="20577"/>
          <ac:spMkLst>
            <pc:docMk/>
            <pc:sldMk cId="2979314593" sldId="271"/>
            <ac:spMk id="3" creationId="{63217D7B-B679-7F34-61A8-A4B608B14DEE}"/>
          </ac:spMkLst>
        </pc:spChg>
      </pc:sldChg>
      <pc:sldChg chg="addSp delSp modSp new mod ord setBg">
        <pc:chgData name="Joel Marji" userId="c599b9e1-d003-4660-8a7f-6274bb1343be" providerId="ADAL" clId="{6326DEE9-AAE6-4E24-A5C1-0CB1D65E2B74}" dt="2025-12-03T18:14:56.463" v="14261" actId="732"/>
        <pc:sldMkLst>
          <pc:docMk/>
          <pc:sldMk cId="287320045" sldId="272"/>
        </pc:sldMkLst>
        <pc:spChg chg="mod">
          <ac:chgData name="Joel Marji" userId="c599b9e1-d003-4660-8a7f-6274bb1343be" providerId="ADAL" clId="{6326DEE9-AAE6-4E24-A5C1-0CB1D65E2B74}" dt="2025-12-02T22:03:45.409" v="12373" actId="27636"/>
          <ac:spMkLst>
            <pc:docMk/>
            <pc:sldMk cId="287320045" sldId="272"/>
            <ac:spMk id="2" creationId="{93971250-B538-66A9-D014-85388B30CFB4}"/>
          </ac:spMkLst>
        </pc:spChg>
        <pc:spChg chg="add del mod ord">
          <ac:chgData name="Joel Marji" userId="c599b9e1-d003-4660-8a7f-6274bb1343be" providerId="ADAL" clId="{6326DEE9-AAE6-4E24-A5C1-0CB1D65E2B74}" dt="2025-12-02T22:17:42.068" v="12582" actId="27636"/>
          <ac:spMkLst>
            <pc:docMk/>
            <pc:sldMk cId="287320045" sldId="272"/>
            <ac:spMk id="3" creationId="{14C0E1F1-3A65-3E34-DD77-391A4C5F8AF3}"/>
          </ac:spMkLst>
        </pc:spChg>
        <pc:spChg chg="add mod">
          <ac:chgData name="Joel Marji" userId="c599b9e1-d003-4660-8a7f-6274bb1343be" providerId="ADAL" clId="{6326DEE9-AAE6-4E24-A5C1-0CB1D65E2B74}" dt="2025-12-02T22:03:32.544" v="12368"/>
          <ac:spMkLst>
            <pc:docMk/>
            <pc:sldMk cId="287320045" sldId="272"/>
            <ac:spMk id="4" creationId="{B24E9EF9-FEDD-E99A-DF7A-03931D015553}"/>
          </ac:spMkLst>
        </pc:spChg>
        <pc:spChg chg="add del">
          <ac:chgData name="Joel Marji" userId="c599b9e1-d003-4660-8a7f-6274bb1343be" providerId="ADAL" clId="{6326DEE9-AAE6-4E24-A5C1-0CB1D65E2B74}" dt="2025-12-02T22:01:50.238" v="12362" actId="26606"/>
          <ac:spMkLst>
            <pc:docMk/>
            <pc:sldMk cId="287320045" sldId="272"/>
            <ac:spMk id="1033" creationId="{0EC38958-9A69-239A-BA79-2AEC73345F4B}"/>
          </ac:spMkLst>
        </pc:spChg>
        <pc:spChg chg="add del">
          <ac:chgData name="Joel Marji" userId="c599b9e1-d003-4660-8a7f-6274bb1343be" providerId="ADAL" clId="{6326DEE9-AAE6-4E24-A5C1-0CB1D65E2B74}" dt="2025-12-02T22:01:50.238" v="12362" actId="26606"/>
          <ac:spMkLst>
            <pc:docMk/>
            <pc:sldMk cId="287320045" sldId="272"/>
            <ac:spMk id="1035" creationId="{6EC109E5-0396-8968-4F42-DFEC280363B6}"/>
          </ac:spMkLst>
        </pc:spChg>
        <pc:spChg chg="add">
          <ac:chgData name="Joel Marji" userId="c599b9e1-d003-4660-8a7f-6274bb1343be" providerId="ADAL" clId="{6326DEE9-AAE6-4E24-A5C1-0CB1D65E2B74}" dt="2025-12-02T22:01:50.238" v="12362" actId="26606"/>
          <ac:spMkLst>
            <pc:docMk/>
            <pc:sldMk cId="287320045" sldId="272"/>
            <ac:spMk id="1040" creationId="{0EC38958-9A69-239A-BA79-2AEC73345F4B}"/>
          </ac:spMkLst>
        </pc:spChg>
        <pc:spChg chg="add">
          <ac:chgData name="Joel Marji" userId="c599b9e1-d003-4660-8a7f-6274bb1343be" providerId="ADAL" clId="{6326DEE9-AAE6-4E24-A5C1-0CB1D65E2B74}" dt="2025-12-02T22:01:50.238" v="12362" actId="26606"/>
          <ac:spMkLst>
            <pc:docMk/>
            <pc:sldMk cId="287320045" sldId="272"/>
            <ac:spMk id="1042" creationId="{6EC109E5-0396-8968-4F42-DFEC280363B6}"/>
          </ac:spMkLst>
        </pc:spChg>
        <pc:picChg chg="add del mod">
          <ac:chgData name="Joel Marji" userId="c599b9e1-d003-4660-8a7f-6274bb1343be" providerId="ADAL" clId="{6326DEE9-AAE6-4E24-A5C1-0CB1D65E2B74}" dt="2025-12-02T22:15:02.251" v="12446" actId="478"/>
          <ac:picMkLst>
            <pc:docMk/>
            <pc:sldMk cId="287320045" sldId="272"/>
            <ac:picMk id="5" creationId="{C0734CCE-3F67-E5DC-9BF4-87BC36EF00A1}"/>
          </ac:picMkLst>
        </pc:picChg>
        <pc:picChg chg="add mod">
          <ac:chgData name="Joel Marji" userId="c599b9e1-d003-4660-8a7f-6274bb1343be" providerId="ADAL" clId="{6326DEE9-AAE6-4E24-A5C1-0CB1D65E2B74}" dt="2025-12-02T21:58:20.972" v="12342" actId="14100"/>
          <ac:picMkLst>
            <pc:docMk/>
            <pc:sldMk cId="287320045" sldId="272"/>
            <ac:picMk id="1026" creationId="{7152DA18-2E02-65D5-33F2-B32F8A56400B}"/>
          </ac:picMkLst>
        </pc:picChg>
        <pc:picChg chg="add del mod">
          <ac:chgData name="Joel Marji" userId="c599b9e1-d003-4660-8a7f-6274bb1343be" providerId="ADAL" clId="{6326DEE9-AAE6-4E24-A5C1-0CB1D65E2B74}" dt="2025-12-02T22:01:47.373" v="12360" actId="478"/>
          <ac:picMkLst>
            <pc:docMk/>
            <pc:sldMk cId="287320045" sldId="272"/>
            <ac:picMk id="1028" creationId="{BD10D884-3FFE-FBE6-D9B6-767BC5CE36DF}"/>
          </ac:picMkLst>
        </pc:picChg>
        <pc:picChg chg="add">
          <ac:chgData name="Joel Marji" userId="c599b9e1-d003-4660-8a7f-6274bb1343be" providerId="ADAL" clId="{6326DEE9-AAE6-4E24-A5C1-0CB1D65E2B74}" dt="2025-12-02T22:01:42.298" v="12359"/>
          <ac:picMkLst>
            <pc:docMk/>
            <pc:sldMk cId="287320045" sldId="272"/>
            <ac:picMk id="1030" creationId="{E2E006B3-70F7-5235-5397-1D88D39D7F9C}"/>
          </ac:picMkLst>
        </pc:picChg>
        <pc:picChg chg="add del mod">
          <ac:chgData name="Joel Marji" userId="c599b9e1-d003-4660-8a7f-6274bb1343be" providerId="ADAL" clId="{6326DEE9-AAE6-4E24-A5C1-0CB1D65E2B74}" dt="2025-12-02T22:11:12.832" v="12439" actId="478"/>
          <ac:picMkLst>
            <pc:docMk/>
            <pc:sldMk cId="287320045" sldId="272"/>
            <ac:picMk id="1032" creationId="{A9660882-3205-E183-E824-B86077E66964}"/>
          </ac:picMkLst>
        </pc:picChg>
        <pc:picChg chg="add mod">
          <ac:chgData name="Joel Marji" userId="c599b9e1-d003-4660-8a7f-6274bb1343be" providerId="ADAL" clId="{6326DEE9-AAE6-4E24-A5C1-0CB1D65E2B74}" dt="2025-12-03T18:14:56.463" v="14261" actId="732"/>
          <ac:picMkLst>
            <pc:docMk/>
            <pc:sldMk cId="287320045" sldId="272"/>
            <ac:picMk id="1037" creationId="{B3FE3D46-DA5D-B330-72B2-5AC0C9DC90DC}"/>
          </ac:picMkLst>
        </pc:picChg>
      </pc:sldChg>
      <pc:sldChg chg="addSp delSp modSp new del mod">
        <pc:chgData name="Joel Marji" userId="c599b9e1-d003-4660-8a7f-6274bb1343be" providerId="ADAL" clId="{6326DEE9-AAE6-4E24-A5C1-0CB1D65E2B74}" dt="2025-12-02T21:58:00.458" v="12319" actId="47"/>
        <pc:sldMkLst>
          <pc:docMk/>
          <pc:sldMk cId="380730766" sldId="272"/>
        </pc:sldMkLst>
        <pc:spChg chg="add del mod">
          <ac:chgData name="Joel Marji" userId="c599b9e1-d003-4660-8a7f-6274bb1343be" providerId="ADAL" clId="{6326DEE9-AAE6-4E24-A5C1-0CB1D65E2B74}" dt="2025-12-02T21:57:52.300" v="12304" actId="478"/>
          <ac:spMkLst>
            <pc:docMk/>
            <pc:sldMk cId="380730766" sldId="272"/>
            <ac:spMk id="2" creationId="{5879CAFB-6536-1C0B-5AA0-407AD651911A}"/>
          </ac:spMkLst>
        </pc:spChg>
        <pc:spChg chg="del">
          <ac:chgData name="Joel Marji" userId="c599b9e1-d003-4660-8a7f-6274bb1343be" providerId="ADAL" clId="{6326DEE9-AAE6-4E24-A5C1-0CB1D65E2B74}" dt="2025-12-02T21:36:47.159" v="12251" actId="478"/>
          <ac:spMkLst>
            <pc:docMk/>
            <pc:sldMk cId="380730766" sldId="272"/>
            <ac:spMk id="3" creationId="{98156C9D-1022-3482-72EA-9EDD66059CD0}"/>
          </ac:spMkLst>
        </pc:spChg>
        <pc:spChg chg="add del mod">
          <ac:chgData name="Joel Marji" userId="c599b9e1-d003-4660-8a7f-6274bb1343be" providerId="ADAL" clId="{6326DEE9-AAE6-4E24-A5C1-0CB1D65E2B74}" dt="2025-12-02T21:57:52.300" v="12304" actId="478"/>
          <ac:spMkLst>
            <pc:docMk/>
            <pc:sldMk cId="380730766" sldId="272"/>
            <ac:spMk id="13" creationId="{D5A5D580-8321-13DD-F29D-F7A9E9500E6E}"/>
          </ac:spMkLst>
        </pc:spChg>
        <pc:picChg chg="add del mod">
          <ac:chgData name="Joel Marji" userId="c599b9e1-d003-4660-8a7f-6274bb1343be" providerId="ADAL" clId="{6326DEE9-AAE6-4E24-A5C1-0CB1D65E2B74}" dt="2025-12-02T21:57:56.948" v="12318" actId="478"/>
          <ac:picMkLst>
            <pc:docMk/>
            <pc:sldMk cId="380730766" sldId="272"/>
            <ac:picMk id="5" creationId="{D2153E6E-5C40-8F08-7BCC-BB9634F4F026}"/>
          </ac:picMkLst>
        </pc:picChg>
        <pc:picChg chg="add del mod">
          <ac:chgData name="Joel Marji" userId="c599b9e1-d003-4660-8a7f-6274bb1343be" providerId="ADAL" clId="{6326DEE9-AAE6-4E24-A5C1-0CB1D65E2B74}" dt="2025-12-02T21:57:52.933" v="12317" actId="22"/>
          <ac:picMkLst>
            <pc:docMk/>
            <pc:sldMk cId="380730766" sldId="272"/>
            <ac:picMk id="7" creationId="{5B6CCFFD-54CB-624B-D73E-08E44AAB6C3D}"/>
          </ac:picMkLst>
        </pc:picChg>
        <pc:picChg chg="add del mod">
          <ac:chgData name="Joel Marji" userId="c599b9e1-d003-4660-8a7f-6274bb1343be" providerId="ADAL" clId="{6326DEE9-AAE6-4E24-A5C1-0CB1D65E2B74}" dt="2025-12-02T21:57:52.644" v="12311" actId="22"/>
          <ac:picMkLst>
            <pc:docMk/>
            <pc:sldMk cId="380730766" sldId="272"/>
            <ac:picMk id="9" creationId="{605CB389-7BD7-7A8E-0546-6060C59DB495}"/>
          </ac:picMkLst>
        </pc:picChg>
        <pc:picChg chg="add del mod modCrop">
          <ac:chgData name="Joel Marji" userId="c599b9e1-d003-4660-8a7f-6274bb1343be" providerId="ADAL" clId="{6326DEE9-AAE6-4E24-A5C1-0CB1D65E2B74}" dt="2025-12-02T21:57:52.409" v="12306" actId="22"/>
          <ac:picMkLst>
            <pc:docMk/>
            <pc:sldMk cId="380730766" sldId="272"/>
            <ac:picMk id="11" creationId="{403A039C-52E0-38F1-FB4D-DE4448E20706}"/>
          </ac:picMkLst>
        </pc:picChg>
      </pc:sldChg>
      <pc:sldMasterChg chg="add addSldLayout">
        <pc:chgData name="Joel Marji" userId="c599b9e1-d003-4660-8a7f-6274bb1343be" providerId="ADAL" clId="{6326DEE9-AAE6-4E24-A5C1-0CB1D65E2B74}" dt="2025-11-24T23:22:02.669" v="158" actId="26606"/>
        <pc:sldMasterMkLst>
          <pc:docMk/>
          <pc:sldMasterMk cId="1280765422" sldId="2147483686"/>
        </pc:sldMasterMkLst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3578799661" sldId="2147483675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3403537721" sldId="2147483676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4234016119" sldId="2147483677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3980573142" sldId="2147483678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122713981" sldId="2147483679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3453850633" sldId="2147483680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2500316829" sldId="2147483681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1667228336" sldId="2147483682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4090565645" sldId="2147483683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3858306194" sldId="2147483684"/>
          </pc:sldLayoutMkLst>
        </pc:sldLayoutChg>
        <pc:sldLayoutChg chg="add">
          <pc:chgData name="Joel Marji" userId="c599b9e1-d003-4660-8a7f-6274bb1343be" providerId="ADAL" clId="{6326DEE9-AAE6-4E24-A5C1-0CB1D65E2B74}" dt="2025-11-24T23:22:02.669" v="158" actId="26606"/>
          <pc:sldLayoutMkLst>
            <pc:docMk/>
            <pc:sldMasterMk cId="1280765422" sldId="2147483686"/>
            <pc:sldLayoutMk cId="1563673567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37E16-CF44-49C0-8944-9F7F5638C7C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334B9-1531-4E3F-9DD4-9C93AC575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5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-I play guitar and thought it would be cool to find out how these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59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0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-Modularity in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55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-Push method over Pull method for simplicity</a:t>
            </a:r>
            <a:br>
              <a:rPr lang="en-US" dirty="0"/>
            </a:br>
            <a:r>
              <a:rPr lang="en-US" dirty="0"/>
              <a:t>-Because SDL2 is a C++ library, data is pushed as a pointer. To use in C#, you must use unsafe to manage pointers.</a:t>
            </a:r>
          </a:p>
          <a:p>
            <a:r>
              <a:rPr lang="en-US" dirty="0"/>
              <a:t>-</a:t>
            </a:r>
            <a:r>
              <a:rPr lang="en-US" dirty="0" err="1"/>
              <a:t>Floatbuffer</a:t>
            </a:r>
            <a:r>
              <a:rPr lang="en-US" dirty="0"/>
              <a:t> returned to be analyzed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82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microphone audio is a sample, edges are cut off. Hann window smooths out edges of audio sample down to zero to ensure clean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91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-Heart of the application</a:t>
            </a:r>
          </a:p>
          <a:p>
            <a:r>
              <a:rPr lang="en-US" dirty="0"/>
              <a:t>-</a:t>
            </a:r>
            <a:r>
              <a:rPr lang="en-US" dirty="0" err="1"/>
              <a:t>Fourier.Forward</a:t>
            </a:r>
            <a:r>
              <a:rPr lang="en-US" dirty="0"/>
              <a:t>(</a:t>
            </a:r>
            <a:r>
              <a:rPr lang="en-US" dirty="0" err="1"/>
              <a:t>fftBuffer</a:t>
            </a:r>
            <a:r>
              <a:rPr lang="en-US" dirty="0"/>
              <a:t>, </a:t>
            </a:r>
            <a:r>
              <a:rPr lang="en-US" dirty="0" err="1"/>
              <a:t>FourierOptions.Matlab</a:t>
            </a:r>
            <a:r>
              <a:rPr lang="en-US" dirty="0"/>
              <a:t>) line takes </a:t>
            </a:r>
            <a:r>
              <a:rPr lang="en-US" dirty="0" err="1"/>
              <a:t>fft</a:t>
            </a:r>
            <a:r>
              <a:rPr lang="en-US" dirty="0"/>
              <a:t> buffer (that was refined by </a:t>
            </a:r>
            <a:r>
              <a:rPr lang="en-US" dirty="0" err="1"/>
              <a:t>hann</a:t>
            </a:r>
            <a:r>
              <a:rPr lang="en-US" dirty="0"/>
              <a:t> window) and allows you to access signal magnitudes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fftBuffer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].Magnitude.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-Magnitudes used for frequency calculation later, only thing this code block does is allow us to access signal magnitudes as a “histogram”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84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F026E-2150-C661-EB20-539BF7A9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EAFCA-CD4A-DE45-5A87-68A3F379F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567C2-291F-BFF9-787E-6419BC3EC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-Issues with HPS: signal is often too weak to take advantage of this, fallback implemented in code to improve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641E7-8F79-D7A8-C48F-D3ECD518C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06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-Before interpolation, note A4 was always reading as 441.4Hz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01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CA9D2-C70B-0B74-160C-E0EA34A9B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CB28D-D930-1F50-E687-4FDB40D29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9EB68-52BA-7797-2C07-0D4D13A4A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-Last 4 signal processing slides were all encapsulated in the 3</a:t>
            </a:r>
            <a:r>
              <a:rPr lang="en-US" baseline="30000" dirty="0"/>
              <a:t>rd</a:t>
            </a:r>
            <a:r>
              <a:rPr lang="en-US" dirty="0"/>
              <a:t> line of this image </a:t>
            </a:r>
            <a:r>
              <a:rPr lang="en-US" dirty="0" err="1"/>
              <a:t>GetNote</a:t>
            </a:r>
            <a:r>
              <a:rPr lang="en-US" dirty="0"/>
              <a:t>(float[] samples)</a:t>
            </a:r>
          </a:p>
          <a:p>
            <a:r>
              <a:rPr lang="en-US" dirty="0"/>
              <a:t>-</a:t>
            </a:r>
            <a:r>
              <a:rPr lang="en-US" dirty="0" err="1"/>
              <a:t>TuningResult</a:t>
            </a:r>
            <a:r>
              <a:rPr lang="en-US" dirty="0"/>
              <a:t> is returned to wherever function was called as a struct with 4 data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0CE9A-0C3F-3BDE-9CF8-D9567CD11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22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project code was not AI written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85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-Never taken a DSP course and didn’t have much interest in it before this project</a:t>
            </a:r>
          </a:p>
          <a:p>
            <a:r>
              <a:rPr lang="en-US" dirty="0"/>
              <a:t>-I struggled in calc 1 and 2 but this project has allowed me to revisit some concepts in practical application, and thus I have a better understanding of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334B9-1531-4E3F-9DD4-9C93AC575A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11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1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2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6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06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7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99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3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16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7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5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6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fx_nrxLhq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ussianwaves.com/2020/09/window-function-figure-of-merits/" TargetMode="External"/><Relationship Id="rId7" Type="http://schemas.openxmlformats.org/officeDocument/2006/relationships/hyperlink" Target="https://inspiredacoustics.com/en/MIDI_note_numbers_and_center_frequencies" TargetMode="External"/><Relationship Id="rId2" Type="http://schemas.openxmlformats.org/officeDocument/2006/relationships/hyperlink" Target="https://www.nti-audio.com/en/support/know-how/fast-fourier-transform-ff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luedo.ub.rptu.de/frontdoor/deliver/index/docId/4293/file/exact_fft_measurements.pdf" TargetMode="External"/><Relationship Id="rId5" Type="http://schemas.openxmlformats.org/officeDocument/2006/relationships/hyperlink" Target="https://acadpubl.eu/jsi/2017-115-6-7/articles/6/55.pdf" TargetMode="External"/><Relationship Id="rId4" Type="http://schemas.openxmlformats.org/officeDocument/2006/relationships/hyperlink" Target="https://www.dsprelated.com/freebooks/sasp/Quadratic_Interpolation_Spectral_Peak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3BFA7-2FF0-AD97-82E0-F284A414A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298558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Real Time Guitar Tuner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00A39-B113-DBE2-B3E3-67C58A67F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214945"/>
            <a:ext cx="3566453" cy="1741871"/>
          </a:xfrm>
        </p:spPr>
        <p:txBody>
          <a:bodyPr anchor="t">
            <a:normAutofit/>
          </a:bodyPr>
          <a:lstStyle/>
          <a:p>
            <a:r>
              <a:rPr lang="en-US" dirty="0"/>
              <a:t>A Dual-Interface (Console &amp; Gui) C# Solution using SDL2 &amp; </a:t>
            </a:r>
            <a:r>
              <a:rPr lang="en-US" dirty="0" err="1"/>
              <a:t>MathNet</a:t>
            </a:r>
            <a:endParaRPr lang="en-US" dirty="0"/>
          </a:p>
          <a:p>
            <a:r>
              <a:rPr lang="en-US" dirty="0"/>
              <a:t>Developed by: Joel Marji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7ECEE-BF0A-D745-F1A7-7D234B097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471" y="1000768"/>
            <a:ext cx="6499736" cy="4956048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6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1763D-E219-4754-AD0D-0FC7E44D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463040"/>
          </a:xfrm>
        </p:spPr>
        <p:txBody>
          <a:bodyPr>
            <a:normAutofit/>
          </a:bodyPr>
          <a:lstStyle/>
          <a:p>
            <a:r>
              <a:rPr lang="en-US" dirty="0"/>
              <a:t>Project Overview &amp; Objectives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F557-7F59-0FB8-0C94-008E2803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300216" cy="3767328"/>
          </a:xfrm>
        </p:spPr>
        <p:txBody>
          <a:bodyPr>
            <a:normAutofit lnSpcReduction="10000"/>
          </a:bodyPr>
          <a:lstStyle/>
          <a:p>
            <a:r>
              <a:rPr lang="en-US" sz="1700" b="1"/>
              <a:t>Goal: </a:t>
            </a:r>
            <a:r>
              <a:rPr lang="en-US" sz="1700"/>
              <a:t>Create a low-latency, accurate instrument tuner capable of running in different environments (GUI/Console App)</a:t>
            </a:r>
          </a:p>
          <a:p>
            <a:r>
              <a:rPr lang="en-US" sz="1700" b="1"/>
              <a:t>Key Features: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Microphone Selection and real-time audio capture</a:t>
            </a:r>
          </a:p>
          <a:p>
            <a:pPr lvl="1"/>
            <a:r>
              <a:rPr lang="en-US" sz="1700"/>
              <a:t>Frequency analysis using Fast Fourier Transform (FFT)</a:t>
            </a:r>
          </a:p>
          <a:p>
            <a:pPr lvl="1"/>
            <a:r>
              <a:rPr lang="en-US" sz="1700"/>
              <a:t>Note detection with cents deviation (flat/sharp accuracy)</a:t>
            </a:r>
          </a:p>
          <a:p>
            <a:r>
              <a:rPr lang="en-US" sz="1700" b="1"/>
              <a:t>Tech Stack: 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C# (.NET)</a:t>
            </a:r>
          </a:p>
          <a:p>
            <a:pPr lvl="1"/>
            <a:r>
              <a:rPr lang="en-US" sz="1700"/>
              <a:t>SDL2 (Hardware Abstraction)</a:t>
            </a:r>
          </a:p>
          <a:p>
            <a:pPr lvl="1"/>
            <a:r>
              <a:rPr lang="en-US" sz="1700" err="1"/>
              <a:t>MathNet</a:t>
            </a:r>
            <a:r>
              <a:rPr lang="en-US" sz="1700"/>
              <a:t> </a:t>
            </a:r>
            <a:r>
              <a:rPr lang="en-US" sz="1700" err="1"/>
              <a:t>Numerics</a:t>
            </a:r>
            <a:r>
              <a:rPr lang="en-US" sz="1700"/>
              <a:t> (FFT Function)</a:t>
            </a:r>
          </a:p>
          <a:p>
            <a:pPr lvl="1"/>
            <a:r>
              <a:rPr lang="en-US" sz="1700"/>
              <a:t>Windows Forms</a:t>
            </a:r>
            <a:endParaRPr lang="en-US" sz="1700" b="1" u="sng"/>
          </a:p>
          <a:p>
            <a:pPr marL="0" indent="0">
              <a:buNone/>
            </a:pPr>
            <a:endParaRPr lang="en-US" sz="1700" u="sn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991F4-02C3-6EF2-A56F-72DC8F8C1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132" y="512064"/>
            <a:ext cx="3681585" cy="2807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1DF9D4-DE83-CD3B-69F8-B276A71105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2"/>
          <a:stretch>
            <a:fillRect/>
          </a:stretch>
        </p:blipFill>
        <p:spPr>
          <a:xfrm>
            <a:off x="7656576" y="4053837"/>
            <a:ext cx="4014216" cy="206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91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71250-B538-66A9-D014-85388B30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675504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Flowchart</a:t>
            </a:r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0E1F1-3A65-3E34-DD77-391A4C5F8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1" y="1974951"/>
            <a:ext cx="5779873" cy="464858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Event-Driven Loop: </a:t>
            </a:r>
            <a:r>
              <a:rPr lang="en-US" dirty="0"/>
              <a:t>The system operates on a synchronous 50ms timer cycle, ensuring real-time audio capture and analysis without freezing the user interface.</a:t>
            </a:r>
          </a:p>
          <a:p>
            <a:r>
              <a:rPr lang="en-US" b="1" dirty="0"/>
              <a:t>Managed/Unmanaged Bridge: </a:t>
            </a:r>
            <a:r>
              <a:rPr lang="en-US" dirty="0"/>
              <a:t>The pipeline acts as a bridge, safely  taking raw byte data from the unmanaged SDL2 C++ library into managed C# floating-point arrays for analysis.</a:t>
            </a:r>
          </a:p>
          <a:p>
            <a:r>
              <a:rPr lang="en-US" b="1" dirty="0"/>
              <a:t>DSP Pipeline: </a:t>
            </a:r>
            <a:r>
              <a:rPr lang="en-US" dirty="0"/>
              <a:t>Raw signals undergo a multi-stage transformation—including Hann Windowing, FFT, and Harmonic Product Spectrum (HPS)—to isolate the fundamental frequency from noise and overtones. Quadratic Interpolation is used to “guess” true signal value.</a:t>
            </a:r>
          </a:p>
          <a:p>
            <a:r>
              <a:rPr lang="en-US" b="1" dirty="0"/>
              <a:t>Data Visualization:</a:t>
            </a:r>
            <a:r>
              <a:rPr lang="en-US" dirty="0"/>
              <a:t> Transforms abstract frequency data into an intuitive "analog-style" interface, using dual progress bars to simulate needle movement and visual cues for precise pitch locking (±5 cents).</a:t>
            </a:r>
          </a:p>
        </p:txBody>
      </p:sp>
      <p:pic>
        <p:nvPicPr>
          <p:cNvPr id="1037" name="Picture 13">
            <a:extLst>
              <a:ext uri="{FF2B5EF4-FFF2-40B4-BE49-F238E27FC236}">
                <a16:creationId xmlns:a16="http://schemas.microsoft.com/office/drawing/2014/main" id="{B3FE3D46-DA5D-B330-72B2-5AC0C9DC9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3" r="9162"/>
          <a:stretch>
            <a:fillRect/>
          </a:stretch>
        </p:blipFill>
        <p:spPr bwMode="auto">
          <a:xfrm>
            <a:off x="258215" y="978408"/>
            <a:ext cx="5637482" cy="507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2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E32EE-24E2-83C0-8B77-31EA1013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987552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298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E6FA2-0ED4-1D33-241D-17379B312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65960"/>
            <a:ext cx="6300216" cy="43799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/>
              <a:t>Concept: </a:t>
            </a:r>
            <a:r>
              <a:rPr lang="en-US" sz="1500" dirty="0"/>
              <a:t>Separation of Concerns. Write a library (</a:t>
            </a:r>
            <a:r>
              <a:rPr lang="en-US" sz="1500" dirty="0" err="1"/>
              <a:t>TunerCore</a:t>
            </a:r>
            <a:r>
              <a:rPr lang="en-US" sz="1500" dirty="0"/>
              <a:t>) with public functions that can be integrated into a user-friendly interface. Reduces code complexity and improves abstraction for reuse</a:t>
            </a:r>
          </a:p>
          <a:p>
            <a:pPr>
              <a:lnSpc>
                <a:spcPct val="100000"/>
              </a:lnSpc>
            </a:pPr>
            <a:r>
              <a:rPr lang="en-US" sz="1500" b="1" dirty="0"/>
              <a:t>The Core (Back End):</a:t>
            </a:r>
            <a:r>
              <a:rPr lang="en-US" sz="1500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sz="1500" dirty="0" err="1"/>
              <a:t>TunerCore.cs</a:t>
            </a:r>
            <a:r>
              <a:rPr lang="en-US" sz="1500" dirty="0"/>
              <a:t>: Namespace that holds audio processing files</a:t>
            </a:r>
          </a:p>
          <a:p>
            <a:pPr lvl="1">
              <a:lnSpc>
                <a:spcPct val="100000"/>
              </a:lnSpc>
            </a:pPr>
            <a:r>
              <a:rPr lang="en-US" sz="1500" dirty="0" err="1"/>
              <a:t>AudioProcessor.cs</a:t>
            </a:r>
            <a:r>
              <a:rPr lang="en-US" sz="1500" dirty="0"/>
              <a:t>: Handles hardware interaction through SDL2, receives audio sample as a buffer</a:t>
            </a:r>
          </a:p>
          <a:p>
            <a:pPr lvl="1">
              <a:lnSpc>
                <a:spcPct val="100000"/>
              </a:lnSpc>
            </a:pPr>
            <a:r>
              <a:rPr lang="en-US" sz="1500" dirty="0" err="1"/>
              <a:t>FFTAnalyzer.cs</a:t>
            </a:r>
            <a:r>
              <a:rPr lang="en-US" sz="1500" dirty="0"/>
              <a:t>: Handles math and signal processing, receives buffer from </a:t>
            </a:r>
            <a:r>
              <a:rPr lang="en-US" sz="1500" dirty="0" err="1"/>
              <a:t>AudioProcessor</a:t>
            </a:r>
            <a:endParaRPr lang="en-US" sz="1500" dirty="0"/>
          </a:p>
          <a:p>
            <a:pPr>
              <a:lnSpc>
                <a:spcPct val="100000"/>
              </a:lnSpc>
            </a:pPr>
            <a:r>
              <a:rPr lang="en-US" sz="1500" b="1" dirty="0"/>
              <a:t>The Interface (Front End):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Console App: Lightweight app, text-based feedback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GUI App: Visual feedback (Needle, check/X)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6E96B-3E2E-9740-BF5F-BB131DF871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16557"/>
          <a:stretch>
            <a:fillRect/>
          </a:stretch>
        </p:blipFill>
        <p:spPr>
          <a:xfrm>
            <a:off x="7586236" y="508090"/>
            <a:ext cx="4081805" cy="584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15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0333E-2D83-21AE-6736-2559190F4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Audio Capture Using SDL2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6A306-4388-43AE-B585-EFEB6A95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Library:</a:t>
            </a:r>
            <a:r>
              <a:rPr lang="en-US" dirty="0"/>
              <a:t> SDL2 (Simple Direct Media Layer) for Windows microphone access</a:t>
            </a:r>
          </a:p>
          <a:p>
            <a:pPr>
              <a:lnSpc>
                <a:spcPct val="100000"/>
              </a:lnSpc>
            </a:pPr>
            <a:r>
              <a:rPr lang="en-US" b="1" dirty="0"/>
              <a:t>Mechanism: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Initializes audio system and returns a list of available microphones (</a:t>
            </a:r>
          </a:p>
          <a:p>
            <a:pPr lvl="2">
              <a:lnSpc>
                <a:spcPct val="100000"/>
              </a:lnSpc>
            </a:pPr>
            <a:r>
              <a:rPr lang="en-US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GetMicrophoneList</a:t>
            </a:r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Opens selected device based on desired parameters </a:t>
            </a:r>
          </a:p>
          <a:p>
            <a:pPr lvl="2">
              <a:lnSpc>
                <a:spcPct val="100000"/>
              </a:lnSpc>
            </a:pPr>
            <a:r>
              <a:rPr lang="en-US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OpenDevice</a:t>
            </a:r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(string </a:t>
            </a:r>
            <a:r>
              <a:rPr lang="en-US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micName</a:t>
            </a:r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Uses a Push/Pull model (</a:t>
            </a:r>
            <a:r>
              <a:rPr lang="en-US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SDL.SDL_DequeueAudio</a:t>
            </a:r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/>
              <a:t>) rather than callbacks for simplicity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Captures and returns chunks of 4096 samples at 44.1kHz (approx. 93ms of audio) as a </a:t>
            </a:r>
            <a:r>
              <a:rPr lang="en-US" b="1" dirty="0"/>
              <a:t>float buffer </a:t>
            </a:r>
            <a:r>
              <a:rPr lang="en-US" dirty="0"/>
              <a:t>to be analyzed</a:t>
            </a:r>
            <a:endParaRPr lang="en-US" b="1" dirty="0"/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2BC6A-AF92-C3DB-F1ED-187B53934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605" y="1486755"/>
            <a:ext cx="4364590" cy="3884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B38C73-735E-90F4-3C43-3DCA2FDC809C}"/>
              </a:ext>
            </a:extLst>
          </p:cNvPr>
          <p:cNvSpPr txBox="1"/>
          <p:nvPr/>
        </p:nvSpPr>
        <p:spPr>
          <a:xfrm>
            <a:off x="7304605" y="5560618"/>
            <a:ext cx="4364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</a:t>
            </a:r>
            <a:r>
              <a:rPr lang="en-US" sz="1200" dirty="0" err="1"/>
              <a:t>CaptureSamples</a:t>
            </a:r>
            <a:r>
              <a:rPr lang="en-US" sz="1200" dirty="0"/>
              <a:t> Method in “</a:t>
            </a:r>
            <a:r>
              <a:rPr lang="en-US" sz="1200" dirty="0" err="1"/>
              <a:t>AudioProcessor.cs</a:t>
            </a:r>
            <a:r>
              <a:rPr lang="en-US" sz="1200" dirty="0"/>
              <a:t>”: Dequeuing audio buffers from the hardware for analysis</a:t>
            </a:r>
          </a:p>
        </p:txBody>
      </p:sp>
    </p:spTree>
    <p:extLst>
      <p:ext uri="{BB962C8B-B14F-4D97-AF65-F5344CB8AC3E}">
        <p14:creationId xmlns:p14="http://schemas.microsoft.com/office/powerpoint/2010/main" val="2799829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00BBF-3FC0-652F-9BC8-83CCDCC0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dirty="0"/>
              <a:t>Signal Processing: Hann Window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F23C84-7669-F439-AD62-9F8D13A2C8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63056" y="978408"/>
            <a:ext cx="5504688" cy="53675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 Input (Time Domain)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</a:rPr>
              <a:t>Source: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SDL2 captures raw audio into a buffer (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float[] samples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Problem: Spectral Leakage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The buffer is a random "chunk" of time (4096 samples).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Abrupt starts and stops at the buffer edges cause "noise" in the analysis.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 The Solution: Hann Windowing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</a:rPr>
              <a:t>Code: 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windowedSamples[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] = (float)(samples[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] * multiplier);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Applies a bell-curve math function to the buffer.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Smooths the start and end to zero ("Fade In/Fade Out"), ensuring a clean signal for the FFT to process.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89DC8-BFFD-E65B-FCD1-563F2AFF3340}"/>
              </a:ext>
            </a:extLst>
          </p:cNvPr>
          <p:cNvSpPr txBox="1"/>
          <p:nvPr/>
        </p:nvSpPr>
        <p:spPr>
          <a:xfrm>
            <a:off x="245074" y="5195197"/>
            <a:ext cx="5648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Image source: https://kluedo.ub.rptu.de/frontdoor/deliver/index/docId/4293/file/exact_fft_measurements.pdf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4EBDD-EEB7-1611-988A-AFCAB79F7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74" y="2380581"/>
            <a:ext cx="5565588" cy="290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0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EE144-062A-165A-7435-8CB68A5F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Signal Processing: Fast Fourier Transform(FFT)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FT Time Frequency View">
            <a:extLst>
              <a:ext uri="{FF2B5EF4-FFF2-40B4-BE49-F238E27FC236}">
                <a16:creationId xmlns:a16="http://schemas.microsoft.com/office/drawing/2014/main" id="{2B4FEF79-086B-14D2-BCEA-AF34CCFCD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6" y="2534275"/>
            <a:ext cx="4803170" cy="336221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BB2D8-3A8C-8A03-D9F4-926251314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 fontScale="92500" lnSpcReduction="20000"/>
          </a:bodyPr>
          <a:lstStyle/>
          <a:p>
            <a:r>
              <a:rPr lang="en-US" sz="1700" b="1" dirty="0"/>
              <a:t>Preparing for Math.NET library</a:t>
            </a:r>
          </a:p>
          <a:p>
            <a:pPr lvl="1"/>
            <a:r>
              <a:rPr lang="en-US" sz="1700" dirty="0"/>
              <a:t>Code: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fftBuffer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] = new Complex(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windowedSamples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], 0);</a:t>
            </a:r>
          </a:p>
          <a:p>
            <a:pPr lvl="1"/>
            <a:r>
              <a:rPr lang="en-US" sz="1700" dirty="0"/>
              <a:t>The FFT requires complex numbers (real + imaginary). Audio is mapped to the real numbers (</a:t>
            </a:r>
            <a:r>
              <a:rPr lang="en-US" sz="1700" dirty="0" err="1"/>
              <a:t>windowedSamples</a:t>
            </a:r>
            <a:r>
              <a:rPr lang="en-US" sz="1700" dirty="0"/>
              <a:t>[</a:t>
            </a:r>
            <a:r>
              <a:rPr lang="en-US" sz="1700" dirty="0" err="1"/>
              <a:t>i</a:t>
            </a:r>
            <a:r>
              <a:rPr lang="en-US" sz="1700" dirty="0"/>
              <a:t>])</a:t>
            </a:r>
          </a:p>
          <a:p>
            <a:r>
              <a:rPr lang="en-US" sz="1700" b="1" dirty="0"/>
              <a:t>Transformation (Time -&gt; Frequency)</a:t>
            </a:r>
          </a:p>
          <a:p>
            <a:pPr lvl="1"/>
            <a:r>
              <a:rPr lang="en-US" sz="1700" dirty="0"/>
              <a:t>Code: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Fourier.Forward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fftBuffer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FourierOptions.Matlab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lvl="1"/>
            <a:r>
              <a:rPr lang="en-US" sz="1700" dirty="0"/>
              <a:t>Converts data from the Time Domain (waveform) to the Frequency domain (spectrum)</a:t>
            </a:r>
          </a:p>
          <a:p>
            <a:r>
              <a:rPr lang="en-US" sz="1700" b="1" dirty="0"/>
              <a:t>Magnitude </a:t>
            </a:r>
          </a:p>
          <a:p>
            <a:pPr lvl="1"/>
            <a:r>
              <a:rPr lang="en-US" sz="1700" dirty="0"/>
              <a:t>For loop (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magnitudes[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fftBuffer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700" dirty="0">
                <a:highlight>
                  <a:srgbClr val="FFFFFF"/>
                </a:highlight>
                <a:latin typeface="Cascadia Mono" panose="020B0609020000020004" pitchFamily="49" charset="0"/>
              </a:rPr>
              <a:t>].Magnitude;</a:t>
            </a:r>
            <a:r>
              <a:rPr lang="en-US" sz="1700" dirty="0">
                <a:highlight>
                  <a:srgbClr val="FFFFFF"/>
                </a:highlight>
              </a:rPr>
              <a:t>) </a:t>
            </a:r>
            <a:r>
              <a:rPr lang="en-US" sz="1700" dirty="0"/>
              <a:t>finds the magnitude with the dominant frequency</a:t>
            </a:r>
          </a:p>
          <a:p>
            <a:pPr lvl="1"/>
            <a:r>
              <a:rPr lang="en-US" sz="1700" dirty="0"/>
              <a:t>Converts complex numbers into “loudness” values for each frequency bin using Euclidean Distance </a:t>
            </a:r>
          </a:p>
          <a:p>
            <a:r>
              <a:rPr lang="en-US" sz="1700" b="1" dirty="0"/>
              <a:t>Output</a:t>
            </a:r>
          </a:p>
          <a:p>
            <a:pPr lvl="1"/>
            <a:r>
              <a:rPr lang="en-US" sz="1700" dirty="0"/>
              <a:t>A histogram where the X-axis represents frequency and the Y-Axis represents strength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1AA1C-1D33-FCF0-E9F2-01C8D2ED6B28}"/>
              </a:ext>
            </a:extLst>
          </p:cNvPr>
          <p:cNvSpPr txBox="1"/>
          <p:nvPr/>
        </p:nvSpPr>
        <p:spPr>
          <a:xfrm>
            <a:off x="152399" y="6068937"/>
            <a:ext cx="6178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https://www.nti-audio.com/en/support/know-how/fast-fourier-transform-fft</a:t>
            </a:r>
          </a:p>
        </p:txBody>
      </p:sp>
    </p:spTree>
    <p:extLst>
      <p:ext uri="{BB962C8B-B14F-4D97-AF65-F5344CB8AC3E}">
        <p14:creationId xmlns:p14="http://schemas.microsoft.com/office/powerpoint/2010/main" val="402498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62533-35A6-A63D-C392-3C4A66ED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4068E6-A5C2-A245-C485-D54356EE1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1B89C-ADF9-6339-23BE-B193C3A8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Signal Processing: Harmonic Product Spectrum (HPS)</a:t>
            </a:r>
            <a:endParaRPr lang="en-US" sz="3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B7FD78-5DB0-DDE0-9C78-0CA796695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7BA4BD-5EAE-C6D8-D335-ED15B017F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4F588-B1D6-97A7-A7B9-D3730185D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US" b="1" dirty="0"/>
              <a:t>Problem: Harmonics (Overtones)</a:t>
            </a:r>
          </a:p>
          <a:p>
            <a:pPr lvl="1"/>
            <a:r>
              <a:rPr lang="en-US" dirty="0"/>
              <a:t>Instruments vibrate at multiples of the root note (f, 2f, 3f)</a:t>
            </a:r>
          </a:p>
          <a:p>
            <a:pPr lvl="1"/>
            <a:r>
              <a:rPr lang="en-US" dirty="0"/>
              <a:t>Overtones can be louder than the fundamental note, which leads to inaccurate octave calculation</a:t>
            </a:r>
          </a:p>
          <a:p>
            <a:r>
              <a:rPr lang="en-US" b="1" dirty="0"/>
              <a:t>Solution: Harmonic Product Spectrum</a:t>
            </a:r>
          </a:p>
          <a:p>
            <a:pPr lvl="1"/>
            <a:r>
              <a:rPr lang="en-US" dirty="0"/>
              <a:t>Code: </a:t>
            </a:r>
            <a:r>
              <a:rPr lang="en-US" dirty="0" err="1">
                <a:highlight>
                  <a:srgbClr val="FFFFFF"/>
                </a:highlight>
                <a:latin typeface="Cascadia Mono" panose="020B0609020000020004" pitchFamily="49" charset="0"/>
              </a:rPr>
              <a:t>hpsMagnitudes</a:t>
            </a:r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fftBuffer</a:t>
            </a:r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dirty="0">
                <a:highlight>
                  <a:srgbClr val="FFFFFF"/>
                </a:highlight>
                <a:latin typeface="Cascadia Mono" panose="020B0609020000020004" pitchFamily="49" charset="0"/>
              </a:rPr>
              <a:t>].Magnitude; </a:t>
            </a:r>
            <a:r>
              <a:rPr lang="en-US" dirty="0">
                <a:highlight>
                  <a:srgbClr val="FFFFFF"/>
                </a:highlight>
              </a:rPr>
              <a:t>in the same for loop that finds regular magnitudes</a:t>
            </a:r>
          </a:p>
          <a:p>
            <a:pPr lvl="1"/>
            <a:r>
              <a:rPr lang="en-US" dirty="0">
                <a:highlight>
                  <a:srgbClr val="FFFFFF"/>
                </a:highlight>
              </a:rPr>
              <a:t>Multiply the spectrum by compressed versions of itself, which amplifies the fundamental frequency</a:t>
            </a:r>
          </a:p>
          <a:p>
            <a:pPr lvl="1"/>
            <a:r>
              <a:rPr lang="en-US" dirty="0">
                <a:highlight>
                  <a:srgbClr val="FFFFFF"/>
                </a:highlight>
              </a:rPr>
              <a:t>The fundamental frequency peaks align and multiply, boosting the signal</a:t>
            </a:r>
          </a:p>
          <a:p>
            <a:pPr lvl="1"/>
            <a:r>
              <a:rPr lang="en-US" dirty="0">
                <a:highlight>
                  <a:srgbClr val="FFFFFF"/>
                </a:highlight>
              </a:rPr>
              <a:t>Random noise and non-aligned harmonics are naturally suppressed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E73EC4-7068-6707-B191-86429340C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112" y="2477907"/>
            <a:ext cx="5008294" cy="236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05AB81-F0E9-A340-7DAD-8C0E4BDA4529}"/>
              </a:ext>
            </a:extLst>
          </p:cNvPr>
          <p:cNvSpPr txBox="1"/>
          <p:nvPr/>
        </p:nvSpPr>
        <p:spPr>
          <a:xfrm>
            <a:off x="700341" y="4855957"/>
            <a:ext cx="4637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Source: https://www.researchgate.net/figure/Pitch-detection-using-Harmonic-Product-Spectrum-HPS-method-measures-the-maximum_fig5_336946611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EAC571-F0EB-C108-93FF-E1B402EF61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248"/>
          <a:stretch>
            <a:fillRect/>
          </a:stretch>
        </p:blipFill>
        <p:spPr>
          <a:xfrm>
            <a:off x="408422" y="5394165"/>
            <a:ext cx="4949024" cy="129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5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102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67F98-08B0-A21D-344A-7D62807B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Signal Processing: Quadratic Interpolation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\begin{psfrags}&#10;% latex2html id marker 16827\psfrag{a} []{ \Large$ \alpha $}\psfrag{b} []{ \Large$ \beta $}\psfrag{g} []{ \Large$ \gamma $\ }\begin{figure}[htbp]&#10;\includegraphics[width=\textwidth ]{eps/parabola}&#10;\caption{Illustration of&#10;parabolic peak interpolation using the three samples nearest the peak.}&#10;\end{figure}&#10;\end{psfrags}">
            <a:extLst>
              <a:ext uri="{FF2B5EF4-FFF2-40B4-BE49-F238E27FC236}">
                <a16:creationId xmlns:a16="http://schemas.microsoft.com/office/drawing/2014/main" id="{53837893-C383-0864-3CF7-69BA073FD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389" y="2834640"/>
            <a:ext cx="4209907" cy="323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ED21-5D5D-7114-8BAC-D5C3F425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US" b="1" dirty="0"/>
              <a:t>Problem: Bin Resolution</a:t>
            </a:r>
          </a:p>
          <a:p>
            <a:pPr lvl="1"/>
            <a:r>
              <a:rPr lang="en-US" dirty="0"/>
              <a:t>The FFT sorts frequencies into bins ~10.7Hz wide. The true note often lies between bins</a:t>
            </a:r>
          </a:p>
          <a:p>
            <a:r>
              <a:rPr lang="en-US" b="1" dirty="0"/>
              <a:t>Solution: Quadratic Interpolation</a:t>
            </a:r>
          </a:p>
          <a:p>
            <a:pPr lvl="1"/>
            <a:r>
              <a:rPr lang="en-US" dirty="0"/>
              <a:t>Quadratic interpolation calculation fits a parabola to the peak bin and its two neighbors (</a:t>
            </a:r>
            <a:r>
              <a:rPr lang="en-US" dirty="0" err="1"/>
              <a:t>leftMag</a:t>
            </a:r>
            <a:r>
              <a:rPr lang="en-US" dirty="0"/>
              <a:t> &amp; </a:t>
            </a:r>
            <a:r>
              <a:rPr lang="en-US" dirty="0" err="1"/>
              <a:t>rightMag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Mathematically solves for the exact peak of the curve to find the fractional offset</a:t>
            </a:r>
          </a:p>
          <a:p>
            <a:pPr lvl="1"/>
            <a:r>
              <a:rPr lang="en-US" dirty="0" err="1"/>
              <a:t>Imporves</a:t>
            </a:r>
            <a:r>
              <a:rPr lang="en-US" dirty="0"/>
              <a:t> accuracy from ~10.7Hz to ~0.1Hz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0FB814-DBEA-4C19-DC98-07DFB08E8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920" y="4886946"/>
            <a:ext cx="3587443" cy="612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3C6FBE-7A30-7E3A-F954-5F285F25E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5727899"/>
            <a:ext cx="6560650" cy="3891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41DAD0-5BD1-F62A-C520-1992A524495C}"/>
              </a:ext>
            </a:extLst>
          </p:cNvPr>
          <p:cNvSpPr txBox="1"/>
          <p:nvPr/>
        </p:nvSpPr>
        <p:spPr>
          <a:xfrm>
            <a:off x="430189" y="6264578"/>
            <a:ext cx="4932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Sourcehttps://www.dsprelated.com/freebooks/sasp/Quadratic_Interpolation_Spectral_Peaks.html</a:t>
            </a:r>
          </a:p>
        </p:txBody>
      </p:sp>
    </p:spTree>
    <p:extLst>
      <p:ext uri="{BB962C8B-B14F-4D97-AF65-F5344CB8AC3E}">
        <p14:creationId xmlns:p14="http://schemas.microsoft.com/office/powerpoint/2010/main" val="1638883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D5BDE-90E8-8D06-0C18-24F73449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1029">
            <a:extLst>
              <a:ext uri="{FF2B5EF4-FFF2-40B4-BE49-F238E27FC236}">
                <a16:creationId xmlns:a16="http://schemas.microsoft.com/office/drawing/2014/main" id="{B0EEC6FE-8D7C-8D36-E0C4-095178AF8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D7541-5E2F-CA8F-0521-006C66A2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Musical Math – Frequency to Notes</a:t>
            </a:r>
            <a:endParaRPr lang="en-US" sz="3700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B4EA1536-007C-58B4-30F4-26DCA7193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602CDBC6-6EF6-AD58-11FC-1A8557C30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0BA68-DDFB-D153-D285-67B3182A5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Function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GetDominantFreq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samples)</a:t>
            </a:r>
            <a:r>
              <a:rPr lang="en-US" dirty="0">
                <a:highlight>
                  <a:srgbClr val="FFFFFF"/>
                </a:highlight>
              </a:rPr>
              <a:t> 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turns frequency number</a:t>
            </a:r>
          </a:p>
          <a:p>
            <a:r>
              <a:rPr lang="en-US" b="1" dirty="0"/>
              <a:t>The Formula: </a:t>
            </a:r>
            <a:r>
              <a:rPr lang="en-US" dirty="0"/>
              <a:t>Frequency is converted to MIDI number using formula (assuming base </a:t>
            </a:r>
            <a:r>
              <a:rPr lang="en-US" dirty="0" err="1"/>
              <a:t>freq</a:t>
            </a:r>
            <a:r>
              <a:rPr lang="en-US" dirty="0"/>
              <a:t> of A = 440Hz):</a:t>
            </a:r>
          </a:p>
          <a:p>
            <a:endParaRPr lang="en-US" dirty="0"/>
          </a:p>
          <a:p>
            <a:r>
              <a:rPr lang="en-US" b="1" dirty="0"/>
              <a:t>Deviation (Cents)</a:t>
            </a:r>
          </a:p>
          <a:p>
            <a:pPr lvl="1"/>
            <a:r>
              <a:rPr lang="en-US" dirty="0"/>
              <a:t>Calculates how far off the note is from the perfect integer</a:t>
            </a:r>
          </a:p>
          <a:p>
            <a:pPr lvl="1"/>
            <a:r>
              <a:rPr lang="en-US" dirty="0"/>
              <a:t>E.g. A4 = 440Hz, an input of 441.2Hz would yield a result of +5 cents (sharp)</a:t>
            </a:r>
          </a:p>
          <a:p>
            <a:r>
              <a:rPr lang="en-US" b="1" dirty="0"/>
              <a:t>Feature: </a:t>
            </a:r>
            <a:r>
              <a:rPr lang="en-US" dirty="0"/>
              <a:t>User can define </a:t>
            </a:r>
            <a:r>
              <a:rPr lang="en-US" dirty="0" err="1"/>
              <a:t>BaseFrequency</a:t>
            </a:r>
            <a:r>
              <a:rPr lang="en-US" dirty="0"/>
              <a:t> in GUI anywhere from A = 400Hz  to A = 480Hz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ECDFB-3F1D-059F-73F8-5B68DD0A1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"/>
          <a:stretch>
            <a:fillRect/>
          </a:stretch>
        </p:blipFill>
        <p:spPr>
          <a:xfrm>
            <a:off x="642322" y="2133600"/>
            <a:ext cx="3596930" cy="4302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4F374A-8E9E-861D-EB0D-7B03138632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39"/>
          <a:stretch>
            <a:fillRect/>
          </a:stretch>
        </p:blipFill>
        <p:spPr>
          <a:xfrm>
            <a:off x="7307892" y="2642616"/>
            <a:ext cx="3531539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74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C5644-3D54-8FE7-9A69-EFDD3000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User Interface: Console App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08294-CCBC-6DB7-20A3-D00704F86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UI split into 2 separate applications accessing the same logic for input/analysis using </a:t>
            </a:r>
            <a:r>
              <a:rPr lang="en-US" dirty="0" err="1"/>
              <a:t>TunerCore</a:t>
            </a:r>
            <a:r>
              <a:rPr lang="en-US" dirty="0"/>
              <a:t> namespace</a:t>
            </a:r>
          </a:p>
          <a:p>
            <a:pPr lvl="1"/>
            <a:r>
              <a:rPr lang="en-US" dirty="0"/>
              <a:t>Console app &amp; GUI App</a:t>
            </a:r>
          </a:p>
          <a:p>
            <a:r>
              <a:rPr lang="en-US" b="1" dirty="0"/>
              <a:t>Console App:</a:t>
            </a:r>
          </a:p>
          <a:p>
            <a:pPr lvl="1"/>
            <a:r>
              <a:rPr lang="en-US" dirty="0"/>
              <a:t>Developed for refining </a:t>
            </a:r>
            <a:r>
              <a:rPr lang="en-US" dirty="0" err="1"/>
              <a:t>TunerCore</a:t>
            </a:r>
            <a:r>
              <a:rPr lang="en-US" dirty="0"/>
              <a:t> logic and debugging</a:t>
            </a:r>
          </a:p>
          <a:p>
            <a:pPr lvl="1"/>
            <a:r>
              <a:rPr lang="en-US" dirty="0"/>
              <a:t>Simple top-down execution, ends when user presses a key</a:t>
            </a:r>
          </a:p>
          <a:p>
            <a:pPr lvl="1"/>
            <a:r>
              <a:rPr lang="en-US" dirty="0"/>
              <a:t>Runs with a single while loop with thread sleeping to improve </a:t>
            </a:r>
            <a:r>
              <a:rPr lang="en-US" dirty="0" err="1"/>
              <a:t>efficency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7E72DC-C2CC-43F6-9256-3BEC3E3A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425" y="1774405"/>
            <a:ext cx="4830386" cy="253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31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FA72D-8FE4-6487-F02B-EFA5FE40C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0881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User Interface: GUI Application (Windows Forms)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251D1-E995-1670-767D-0B9E903BF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8226"/>
            <a:ext cx="6263640" cy="42577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The GUI application uses the same function calls from the </a:t>
            </a:r>
            <a:r>
              <a:rPr lang="en-US" sz="1700" dirty="0" err="1"/>
              <a:t>TunerCore</a:t>
            </a:r>
            <a:r>
              <a:rPr lang="en-US" sz="1700" dirty="0"/>
              <a:t> library, with a more polished/user friendly look</a:t>
            </a:r>
          </a:p>
          <a:p>
            <a:pPr>
              <a:lnSpc>
                <a:spcPct val="100000"/>
              </a:lnSpc>
            </a:pPr>
            <a:r>
              <a:rPr lang="en-US" sz="1700" b="1" dirty="0"/>
              <a:t>Key Logic:</a:t>
            </a:r>
          </a:p>
          <a:p>
            <a:pPr lvl="1">
              <a:lnSpc>
                <a:spcPct val="100000"/>
              </a:lnSpc>
            </a:pPr>
            <a:r>
              <a:rPr lang="en-US" sz="1700" b="1" dirty="0"/>
              <a:t>Timer-Based: </a:t>
            </a:r>
            <a:r>
              <a:rPr lang="en-US" sz="1700" dirty="0"/>
              <a:t>Uses </a:t>
            </a:r>
            <a:r>
              <a:rPr lang="en-US" sz="1700" dirty="0" err="1"/>
              <a:t>analysisTimer</a:t>
            </a:r>
            <a:r>
              <a:rPr lang="en-US" sz="1700" dirty="0"/>
              <a:t> (50ms Interval) to poll audio rather than blocking UI thread, allows for smooth screen animations and functionality</a:t>
            </a:r>
          </a:p>
          <a:p>
            <a:pPr lvl="1">
              <a:lnSpc>
                <a:spcPct val="100000"/>
              </a:lnSpc>
            </a:pPr>
            <a:r>
              <a:rPr lang="en-US" sz="1700" b="1" dirty="0"/>
              <a:t>Visual Feedback:</a:t>
            </a:r>
          </a:p>
          <a:p>
            <a:pPr lvl="2">
              <a:lnSpc>
                <a:spcPct val="100000"/>
              </a:lnSpc>
            </a:pPr>
            <a:r>
              <a:rPr lang="en-US" sz="1700" dirty="0"/>
              <a:t>Dynamic “Needle” (progress bar)</a:t>
            </a:r>
          </a:p>
          <a:p>
            <a:pPr lvl="2">
              <a:lnSpc>
                <a:spcPct val="100000"/>
              </a:lnSpc>
            </a:pPr>
            <a:r>
              <a:rPr lang="en-US" sz="1700" dirty="0"/>
              <a:t>Green check/red X icons based on tuning accuracy (+- 5 cents tolerance)</a:t>
            </a:r>
          </a:p>
          <a:p>
            <a:pPr lvl="1">
              <a:lnSpc>
                <a:spcPct val="100000"/>
              </a:lnSpc>
            </a:pPr>
            <a:r>
              <a:rPr lang="en-US" sz="1700" b="1" dirty="0"/>
              <a:t>User Adjustment</a:t>
            </a:r>
          </a:p>
          <a:p>
            <a:pPr lvl="2">
              <a:lnSpc>
                <a:spcPct val="100000"/>
              </a:lnSpc>
            </a:pPr>
            <a:r>
              <a:rPr lang="en-US" sz="1700" dirty="0"/>
              <a:t>Adjustable A4 reference frequency in </a:t>
            </a:r>
            <a:r>
              <a:rPr lang="en-US" sz="1700" dirty="0" err="1"/>
              <a:t>BaseFreq</a:t>
            </a:r>
            <a:endParaRPr lang="en-US" sz="1700" dirty="0"/>
          </a:p>
          <a:p>
            <a:pPr lvl="2">
              <a:lnSpc>
                <a:spcPct val="100000"/>
              </a:lnSpc>
            </a:pPr>
            <a:r>
              <a:rPr lang="en-US" sz="1700" dirty="0"/>
              <a:t>Drop down menu for microphone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785B4-ED25-C31E-E443-EA0AB9FDB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605" y="2088226"/>
            <a:ext cx="4364590" cy="333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50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F355-D055-D4A2-9FD6-ECF226ED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04672"/>
          </a:xfrm>
        </p:spPr>
        <p:txBody>
          <a:bodyPr/>
          <a:lstStyle/>
          <a:p>
            <a:r>
              <a:rPr lang="en-US" dirty="0"/>
              <a:t>Challenges/AI Involvement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FFED-A7F3-DF49-321A-F65003E78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83080"/>
            <a:ext cx="11155680" cy="4562856"/>
          </a:xfrm>
        </p:spPr>
        <p:txBody>
          <a:bodyPr/>
          <a:lstStyle/>
          <a:p>
            <a:r>
              <a:rPr lang="en-US" dirty="0"/>
              <a:t>Original idea comes from </a:t>
            </a:r>
            <a:r>
              <a:rPr lang="en-US" dirty="0" err="1"/>
              <a:t>Youtube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https://www.youtube.com/watch?v=Ufx_nrxLhq0</a:t>
            </a:r>
            <a:endParaRPr lang="en-US" dirty="0"/>
          </a:p>
          <a:p>
            <a:r>
              <a:rPr lang="en-US" dirty="0"/>
              <a:t>Concept seemed relatively simple, take real time audio input and use FFT algorithm to find dominant frequency, complexity comes from refining the audio processing to produce </a:t>
            </a:r>
            <a:r>
              <a:rPr lang="en-US" b="1" dirty="0"/>
              <a:t>accurate</a:t>
            </a:r>
            <a:r>
              <a:rPr lang="en-US" dirty="0"/>
              <a:t> tuning result</a:t>
            </a:r>
          </a:p>
          <a:p>
            <a:r>
              <a:rPr lang="en-US" b="1" dirty="0"/>
              <a:t>AI Coding Assistance (ChatGPT &amp; Google Gemini): </a:t>
            </a:r>
          </a:p>
          <a:p>
            <a:pPr lvl="1"/>
            <a:r>
              <a:rPr lang="en-US" dirty="0"/>
              <a:t>While all the project code was written by me, without AI assistance this project would’ve taken way longer</a:t>
            </a:r>
          </a:p>
          <a:p>
            <a:pPr lvl="1"/>
            <a:r>
              <a:rPr lang="en-US" dirty="0"/>
              <a:t>AI is best for “I have this code, what next steps could I take to improve it?” </a:t>
            </a:r>
          </a:p>
          <a:p>
            <a:pPr lvl="1"/>
            <a:r>
              <a:rPr lang="en-US" dirty="0"/>
              <a:t>How I initially learned about concepts like Quadratic Interpolation, HPS, and Hann Window, gave Gemini my codebase after implementing FFT and asking how I could improve the accuracy of my result</a:t>
            </a:r>
          </a:p>
          <a:p>
            <a:pPr lvl="1"/>
            <a:r>
              <a:rPr lang="en-US" b="1" dirty="0"/>
              <a:t>ALWAYS CROSS REFERENCE </a:t>
            </a:r>
            <a:r>
              <a:rPr lang="en-US" dirty="0"/>
              <a:t>with external sources</a:t>
            </a:r>
          </a:p>
          <a:p>
            <a:pPr lvl="1"/>
            <a:r>
              <a:rPr lang="en-US" dirty="0"/>
              <a:t>Don’t trust code that AI writes to be efficient/reliable/readable. AI is best at explaining concepts at a high level, generally, you’re better off implementing it yourself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869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7214-ACBB-0C4D-D993-3EAE23F26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5152"/>
          </a:xfrm>
        </p:spPr>
        <p:txBody>
          <a:bodyPr/>
          <a:lstStyle/>
          <a:p>
            <a:r>
              <a:rPr lang="en-US" dirty="0"/>
              <a:t>Future Improvements/Conclusion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31FAB-3797-A34C-FBAF-90BE82CD5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3560"/>
            <a:ext cx="11155680" cy="453237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Future Improvements:</a:t>
            </a:r>
          </a:p>
          <a:p>
            <a:pPr lvl="1"/>
            <a:r>
              <a:rPr lang="en-US" dirty="0"/>
              <a:t>Some notes (E4) read inaccurately by &lt;=5 cents, refinement to signal processing may be required</a:t>
            </a:r>
          </a:p>
          <a:p>
            <a:pPr lvl="1"/>
            <a:r>
              <a:rPr lang="en-US" dirty="0"/>
              <a:t>GUI is still rudimentary, custom widgets/images would go a long way to improve user experience</a:t>
            </a:r>
          </a:p>
          <a:p>
            <a:pPr lvl="1"/>
            <a:r>
              <a:rPr lang="en-US" dirty="0"/>
              <a:t>Feature to play notes using a synthesizer to allow tuning by ear</a:t>
            </a:r>
          </a:p>
          <a:p>
            <a:pPr lvl="1"/>
            <a:r>
              <a:rPr lang="en-US" dirty="0"/>
              <a:t>Visualizer to map out frequency data</a:t>
            </a:r>
          </a:p>
          <a:p>
            <a:r>
              <a:rPr lang="en-US" b="1" dirty="0"/>
              <a:t>Final Thoughts:</a:t>
            </a:r>
          </a:p>
          <a:p>
            <a:pPr lvl="1"/>
            <a:r>
              <a:rPr lang="en-US" dirty="0"/>
              <a:t>This project has exposed me the world of Digital Signal Processing, a field I was previously unfamiliar with</a:t>
            </a:r>
          </a:p>
          <a:p>
            <a:pPr lvl="1"/>
            <a:r>
              <a:rPr lang="en-US" dirty="0"/>
              <a:t>Allowed me to learn about and apply concepts in a practical application that I previously only knew about in theory</a:t>
            </a:r>
          </a:p>
          <a:p>
            <a:pPr lvl="1"/>
            <a:r>
              <a:rPr lang="en-US" dirty="0"/>
              <a:t>Improved my organizational/system architecture skills</a:t>
            </a:r>
          </a:p>
          <a:p>
            <a:pPr lvl="2"/>
            <a:r>
              <a:rPr lang="en-US" dirty="0"/>
              <a:t>Storing data</a:t>
            </a:r>
          </a:p>
          <a:p>
            <a:pPr lvl="2"/>
            <a:r>
              <a:rPr lang="en-US" dirty="0"/>
              <a:t>Processing and returning results from that data</a:t>
            </a:r>
          </a:p>
          <a:p>
            <a:pPr lvl="2"/>
            <a:r>
              <a:rPr lang="en-US" dirty="0"/>
              <a:t>Improving code modularity (</a:t>
            </a:r>
            <a:r>
              <a:rPr lang="en-US" dirty="0" err="1"/>
              <a:t>TunerCore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Ensuring application doesn’t crash, managing pointers (unsafe), </a:t>
            </a:r>
          </a:p>
          <a:p>
            <a:r>
              <a:rPr lang="en-US" b="1" dirty="0"/>
              <a:t>Questions?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503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0851-EDCA-2204-0393-E853B7A1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58952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17D7B-B679-7F34-61A8-A4B608B14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37360"/>
            <a:ext cx="11155680" cy="4608576"/>
          </a:xfrm>
        </p:spPr>
        <p:txBody>
          <a:bodyPr/>
          <a:lstStyle/>
          <a:p>
            <a:r>
              <a:rPr lang="en-US" dirty="0"/>
              <a:t>FFT: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hlinkClick r:id="rId2"/>
              </a:rPr>
              <a:t>https://www.nti-audio.com/en/support/know-how/fast-fourier-transform-fft</a:t>
            </a:r>
            <a:endParaRPr lang="en-US" dirty="0"/>
          </a:p>
          <a:p>
            <a:r>
              <a:rPr lang="en-US" dirty="0"/>
              <a:t>Hann Window: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hlinkClick r:id="rId3"/>
              </a:rPr>
              <a:t>https://www.gaussianwaves.com/2020/09/window-function-figure-of-merits/</a:t>
            </a:r>
            <a:endParaRPr lang="en-US" dirty="0"/>
          </a:p>
          <a:p>
            <a:r>
              <a:rPr lang="en-US" dirty="0"/>
              <a:t>Quadratic Interpolation: </a:t>
            </a:r>
            <a:r>
              <a:rPr lang="en-US" dirty="0">
                <a:hlinkClick r:id="rId4"/>
              </a:rPr>
              <a:t>https://www.dsprelated.com/freebooks/sasp/Quadratic_Interpolation_Spectral_Peaks.html</a:t>
            </a:r>
            <a:endParaRPr lang="en-US" dirty="0"/>
          </a:p>
          <a:p>
            <a:r>
              <a:rPr lang="en-US" dirty="0"/>
              <a:t>Harmonic Product Spectrum:</a:t>
            </a:r>
            <a:br>
              <a:rPr lang="en-US" dirty="0"/>
            </a:br>
            <a:r>
              <a:rPr lang="en-US" dirty="0">
                <a:hlinkClick r:id="rId5"/>
              </a:rPr>
              <a:t>https://acadpubl.eu/jsi/2017-115-6-7/articles/6/55.pdf</a:t>
            </a:r>
            <a:br>
              <a:rPr lang="en-US" dirty="0"/>
            </a:br>
            <a:r>
              <a:rPr lang="en-US" dirty="0">
                <a:hlinkClick r:id="rId6"/>
              </a:rPr>
              <a:t>https://kluedo.ub.rptu.de/frontdoor/deliver/index/docId/4293/file/exact_fft_measurements.pdf</a:t>
            </a:r>
            <a:endParaRPr lang="en-US" dirty="0"/>
          </a:p>
          <a:p>
            <a:r>
              <a:rPr lang="en-US" dirty="0"/>
              <a:t>MIDI Note to Frequency conversion:</a:t>
            </a:r>
            <a:br>
              <a:rPr lang="en-US" dirty="0"/>
            </a:br>
            <a:r>
              <a:rPr lang="en-US" dirty="0">
                <a:hlinkClick r:id="rId7"/>
              </a:rPr>
              <a:t>https://inspiredacoustics.com/en/MIDI_note_numbers_and_center_frequencies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1459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1964</Words>
  <Application>Microsoft Office PowerPoint</Application>
  <PresentationFormat>Widescreen</PresentationFormat>
  <Paragraphs>164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Bierstadt</vt:lpstr>
      <vt:lpstr>Cascadia Mono</vt:lpstr>
      <vt:lpstr>GestaltVTI</vt:lpstr>
      <vt:lpstr>Real Time Guitar Tuner Application</vt:lpstr>
      <vt:lpstr>Project Overview &amp; Objectives</vt:lpstr>
      <vt:lpstr>System Flowchart</vt:lpstr>
      <vt:lpstr>System Architecture</vt:lpstr>
      <vt:lpstr>Audio Capture Using SDL2</vt:lpstr>
      <vt:lpstr>Signal Processing: Hann Window</vt:lpstr>
      <vt:lpstr>Signal Processing: Fast Fourier Transform(FFT)</vt:lpstr>
      <vt:lpstr>Signal Processing: Harmonic Product Spectrum (HPS)</vt:lpstr>
      <vt:lpstr>Signal Processing: Quadratic Interpolation</vt:lpstr>
      <vt:lpstr>Musical Math – Frequency to Notes</vt:lpstr>
      <vt:lpstr>User Interface: Console App</vt:lpstr>
      <vt:lpstr>User Interface: GUI Application (Windows Forms)</vt:lpstr>
      <vt:lpstr>Challenges/AI Involvement</vt:lpstr>
      <vt:lpstr>Future Improvements/Conclusion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Marji</dc:creator>
  <cp:lastModifiedBy>Joel Marji</cp:lastModifiedBy>
  <cp:revision>1</cp:revision>
  <dcterms:created xsi:type="dcterms:W3CDTF">2025-11-24T22:37:11Z</dcterms:created>
  <dcterms:modified xsi:type="dcterms:W3CDTF">2025-12-03T18:15:06Z</dcterms:modified>
</cp:coreProperties>
</file>